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7" r:id="rId3"/>
    <p:sldId id="280" r:id="rId4"/>
    <p:sldId id="259" r:id="rId5"/>
    <p:sldId id="290" r:id="rId6"/>
    <p:sldId id="281" r:id="rId7"/>
    <p:sldId id="282" r:id="rId8"/>
    <p:sldId id="288" r:id="rId9"/>
    <p:sldId id="285" r:id="rId10"/>
    <p:sldId id="283" r:id="rId11"/>
    <p:sldId id="291" r:id="rId12"/>
    <p:sldId id="293" r:id="rId13"/>
    <p:sldId id="294" r:id="rId14"/>
    <p:sldId id="295" r:id="rId15"/>
    <p:sldId id="296" r:id="rId16"/>
    <p:sldId id="262" r:id="rId17"/>
    <p:sldId id="264" r:id="rId18"/>
    <p:sldId id="298" r:id="rId19"/>
    <p:sldId id="266" r:id="rId20"/>
    <p:sldId id="267" r:id="rId21"/>
    <p:sldId id="277" r:id="rId22"/>
    <p:sldId id="278" r:id="rId23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DIN" panose="00000400000000000000" pitchFamily="2" charset="0"/>
      <p:regular r:id="rId30"/>
    </p:embeddedFont>
    <p:embeddedFont>
      <p:font typeface="Space Mono" panose="02000509040000020004" pitchFamily="49" charset="0"/>
      <p:regular r:id="rId31"/>
      <p:bold r:id="rId32"/>
      <p:italic r:id="rId33"/>
      <p:boldItalic r:id="rId34"/>
    </p:embeddedFont>
    <p:embeddedFont>
      <p:font typeface="Tw Cen MT" panose="020B0602020104020603" pitchFamily="34" charset="0"/>
      <p:regular r:id="rId35"/>
      <p:bold r:id="rId36"/>
      <p:italic r:id="rId37"/>
      <p:boldItalic r:id="rId38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9CB2"/>
    <a:srgbClr val="746A89"/>
    <a:srgbClr val="04CBBD"/>
    <a:srgbClr val="FF812A"/>
    <a:srgbClr val="04DFD3"/>
    <a:srgbClr val="04D1C4"/>
    <a:srgbClr val="048471"/>
    <a:srgbClr val="166B65"/>
    <a:srgbClr val="04CDC0"/>
    <a:srgbClr val="FF7F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EB94CC-64B5-40E3-BC12-23507DE0B077}" v="173" dt="2019-10-25T12:30:34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G DM" userId="f8d70f6e8cb32f82" providerId="LiveId" clId="{7AEB94CC-64B5-40E3-BC12-23507DE0B077}"/>
    <pc:docChg chg="undo redo custSel addSld delSld modSld sldOrd">
      <pc:chgData name="VG DM" userId="f8d70f6e8cb32f82" providerId="LiveId" clId="{7AEB94CC-64B5-40E3-BC12-23507DE0B077}" dt="2019-10-25T12:41:47.745" v="1320" actId="255"/>
      <pc:docMkLst>
        <pc:docMk/>
      </pc:docMkLst>
      <pc:sldChg chg="addSp delSp modSp del">
        <pc:chgData name="VG DM" userId="f8d70f6e8cb32f82" providerId="LiveId" clId="{7AEB94CC-64B5-40E3-BC12-23507DE0B077}" dt="2019-10-25T09:48:06.418" v="780" actId="2696"/>
        <pc:sldMkLst>
          <pc:docMk/>
          <pc:sldMk cId="3405507260" sldId="256"/>
        </pc:sldMkLst>
        <pc:spChg chg="add del">
          <ac:chgData name="VG DM" userId="f8d70f6e8cb32f82" providerId="LiveId" clId="{7AEB94CC-64B5-40E3-BC12-23507DE0B077}" dt="2019-10-25T09:33:13.048" v="563" actId="478"/>
          <ac:spMkLst>
            <pc:docMk/>
            <pc:sldMk cId="3405507260" sldId="256"/>
            <ac:spMk id="4" creationId="{95552393-EEAF-4DF8-8571-CA1CB3FC59E9}"/>
          </ac:spMkLst>
        </pc:spChg>
        <pc:spChg chg="mod">
          <ac:chgData name="VG DM" userId="f8d70f6e8cb32f82" providerId="LiveId" clId="{7AEB94CC-64B5-40E3-BC12-23507DE0B077}" dt="2019-10-25T09:47:49.508" v="766" actId="1076"/>
          <ac:spMkLst>
            <pc:docMk/>
            <pc:sldMk cId="3405507260" sldId="256"/>
            <ac:spMk id="6" creationId="{07B77D7F-DDA1-4A7E-B50B-82987BDA2A4A}"/>
          </ac:spMkLst>
        </pc:spChg>
        <pc:spChg chg="add del mod">
          <ac:chgData name="VG DM" userId="f8d70f6e8cb32f82" providerId="LiveId" clId="{7AEB94CC-64B5-40E3-BC12-23507DE0B077}" dt="2019-10-25T09:43:18.211" v="655" actId="478"/>
          <ac:spMkLst>
            <pc:docMk/>
            <pc:sldMk cId="3405507260" sldId="256"/>
            <ac:spMk id="7" creationId="{CC691C77-4BB6-482E-ACF1-BBDCC6C13921}"/>
          </ac:spMkLst>
        </pc:spChg>
        <pc:spChg chg="add mod">
          <ac:chgData name="VG DM" userId="f8d70f6e8cb32f82" providerId="LiveId" clId="{7AEB94CC-64B5-40E3-BC12-23507DE0B077}" dt="2019-10-25T09:47:55.280" v="778" actId="20577"/>
          <ac:spMkLst>
            <pc:docMk/>
            <pc:sldMk cId="3405507260" sldId="256"/>
            <ac:spMk id="13" creationId="{15BA0A54-8149-4222-B999-66077B7CA7FE}"/>
          </ac:spMkLst>
        </pc:spChg>
        <pc:picChg chg="add del mod modCrop">
          <ac:chgData name="VG DM" userId="f8d70f6e8cb32f82" providerId="LiveId" clId="{7AEB94CC-64B5-40E3-BC12-23507DE0B077}" dt="2019-10-25T09:42:50.422" v="649" actId="478"/>
          <ac:picMkLst>
            <pc:docMk/>
            <pc:sldMk cId="3405507260" sldId="256"/>
            <ac:picMk id="3" creationId="{51CB7B0C-10B8-4F31-9C01-D4A754373C47}"/>
          </ac:picMkLst>
        </pc:picChg>
        <pc:picChg chg="add del mod">
          <ac:chgData name="VG DM" userId="f8d70f6e8cb32f82" providerId="LiveId" clId="{7AEB94CC-64B5-40E3-BC12-23507DE0B077}" dt="2019-10-25T09:39:37.373" v="630" actId="478"/>
          <ac:picMkLst>
            <pc:docMk/>
            <pc:sldMk cId="3405507260" sldId="256"/>
            <ac:picMk id="5" creationId="{ECFA0D5D-CAF3-487F-94AF-305FC77ABA90}"/>
          </ac:picMkLst>
        </pc:picChg>
        <pc:picChg chg="add del">
          <ac:chgData name="VG DM" userId="f8d70f6e8cb32f82" providerId="LiveId" clId="{7AEB94CC-64B5-40E3-BC12-23507DE0B077}" dt="2019-10-25T09:33:15.850" v="564" actId="478"/>
          <ac:picMkLst>
            <pc:docMk/>
            <pc:sldMk cId="3405507260" sldId="256"/>
            <ac:picMk id="8" creationId="{24F49351-5853-44C1-A6EE-DC5A7396C4E9}"/>
          </ac:picMkLst>
        </pc:picChg>
        <pc:picChg chg="add del mod">
          <ac:chgData name="VG DM" userId="f8d70f6e8cb32f82" providerId="LiveId" clId="{7AEB94CC-64B5-40E3-BC12-23507DE0B077}" dt="2019-10-25T09:43:21.713" v="656" actId="478"/>
          <ac:picMkLst>
            <pc:docMk/>
            <pc:sldMk cId="3405507260" sldId="256"/>
            <ac:picMk id="10" creationId="{85E20751-EA51-4F60-AF3B-30503BFE3B1D}"/>
          </ac:picMkLst>
        </pc:picChg>
        <pc:picChg chg="add mod">
          <ac:chgData name="VG DM" userId="f8d70f6e8cb32f82" providerId="LiveId" clId="{7AEB94CC-64B5-40E3-BC12-23507DE0B077}" dt="2019-10-25T09:47:49.733" v="773" actId="1076"/>
          <ac:picMkLst>
            <pc:docMk/>
            <pc:sldMk cId="3405507260" sldId="256"/>
            <ac:picMk id="11" creationId="{A27CD009-B6C9-44DC-9A79-AE647B243CC1}"/>
          </ac:picMkLst>
        </pc:picChg>
        <pc:picChg chg="add del mod">
          <ac:chgData name="VG DM" userId="f8d70f6e8cb32f82" providerId="LiveId" clId="{7AEB94CC-64B5-40E3-BC12-23507DE0B077}" dt="2019-10-25T09:43:44.782" v="662" actId="478"/>
          <ac:picMkLst>
            <pc:docMk/>
            <pc:sldMk cId="3405507260" sldId="256"/>
            <ac:picMk id="12" creationId="{8D0C9F73-9195-4ABE-BA26-E319F6C69E9C}"/>
          </ac:picMkLst>
        </pc:picChg>
      </pc:sldChg>
      <pc:sldChg chg="modSp">
        <pc:chgData name="VG DM" userId="f8d70f6e8cb32f82" providerId="LiveId" clId="{7AEB94CC-64B5-40E3-BC12-23507DE0B077}" dt="2019-10-25T12:41:47.745" v="1320" actId="255"/>
        <pc:sldMkLst>
          <pc:docMk/>
          <pc:sldMk cId="2813440305" sldId="257"/>
        </pc:sldMkLst>
        <pc:spChg chg="mod">
          <ac:chgData name="VG DM" userId="f8d70f6e8cb32f82" providerId="LiveId" clId="{7AEB94CC-64B5-40E3-BC12-23507DE0B077}" dt="2019-10-25T12:41:47.745" v="1320" actId="255"/>
          <ac:spMkLst>
            <pc:docMk/>
            <pc:sldMk cId="2813440305" sldId="257"/>
            <ac:spMk id="6" creationId="{514A83A1-BF3D-5C42-86E1-7DE7E76DA37F}"/>
          </ac:spMkLst>
        </pc:spChg>
        <pc:spChg chg="mod">
          <ac:chgData name="VG DM" userId="f8d70f6e8cb32f82" providerId="LiveId" clId="{7AEB94CC-64B5-40E3-BC12-23507DE0B077}" dt="2019-10-25T09:35:02.785" v="585" actId="1076"/>
          <ac:spMkLst>
            <pc:docMk/>
            <pc:sldMk cId="2813440305" sldId="257"/>
            <ac:spMk id="7" creationId="{0ED27A68-C2C3-47FF-AA72-88D9A35566FF}"/>
          </ac:spMkLst>
        </pc:spChg>
      </pc:sldChg>
      <pc:sldChg chg="addSp modSp">
        <pc:chgData name="VG DM" userId="f8d70f6e8cb32f82" providerId="LiveId" clId="{7AEB94CC-64B5-40E3-BC12-23507DE0B077}" dt="2019-10-25T12:24:00.441" v="1126" actId="2711"/>
        <pc:sldMkLst>
          <pc:docMk/>
          <pc:sldMk cId="3899557005" sldId="259"/>
        </pc:sldMkLst>
        <pc:spChg chg="mod">
          <ac:chgData name="VG DM" userId="f8d70f6e8cb32f82" providerId="LiveId" clId="{7AEB94CC-64B5-40E3-BC12-23507DE0B077}" dt="2019-10-25T12:24:00.441" v="1126" actId="2711"/>
          <ac:spMkLst>
            <pc:docMk/>
            <pc:sldMk cId="3899557005" sldId="259"/>
            <ac:spMk id="2" creationId="{63FB1FB5-0F1A-224C-912F-1EDDE05EA563}"/>
          </ac:spMkLst>
        </pc:spChg>
        <pc:spChg chg="mod">
          <ac:chgData name="VG DM" userId="f8d70f6e8cb32f82" providerId="LiveId" clId="{7AEB94CC-64B5-40E3-BC12-23507DE0B077}" dt="2019-10-25T12:24:00.441" v="1126" actId="2711"/>
          <ac:spMkLst>
            <pc:docMk/>
            <pc:sldMk cId="3899557005" sldId="259"/>
            <ac:spMk id="3" creationId="{670C6FE0-1174-B14B-97EB-C5343A195060}"/>
          </ac:spMkLst>
        </pc:spChg>
        <pc:spChg chg="mod">
          <ac:chgData name="VG DM" userId="f8d70f6e8cb32f82" providerId="LiveId" clId="{7AEB94CC-64B5-40E3-BC12-23507DE0B077}" dt="2019-10-25T12:24:00.441" v="1126" actId="2711"/>
          <ac:spMkLst>
            <pc:docMk/>
            <pc:sldMk cId="3899557005" sldId="259"/>
            <ac:spMk id="4" creationId="{2F92AD92-58B8-8E4A-AD3B-46B60EFB49E8}"/>
          </ac:spMkLst>
        </pc:spChg>
        <pc:spChg chg="mod">
          <ac:chgData name="VG DM" userId="f8d70f6e8cb32f82" providerId="LiveId" clId="{7AEB94CC-64B5-40E3-BC12-23507DE0B077}" dt="2019-10-25T12:24:00.441" v="1126" actId="2711"/>
          <ac:spMkLst>
            <pc:docMk/>
            <pc:sldMk cId="3899557005" sldId="259"/>
            <ac:spMk id="7" creationId="{0ED27A68-C2C3-47FF-AA72-88D9A35566FF}"/>
          </ac:spMkLst>
        </pc:spChg>
        <pc:grpChg chg="add mod">
          <ac:chgData name="VG DM" userId="f8d70f6e8cb32f82" providerId="LiveId" clId="{7AEB94CC-64B5-40E3-BC12-23507DE0B077}" dt="2019-10-25T10:15:57.799" v="1021" actId="164"/>
          <ac:grpSpMkLst>
            <pc:docMk/>
            <pc:sldMk cId="3899557005" sldId="259"/>
            <ac:grpSpMk id="5" creationId="{F3D66FD9-D373-450C-BF24-03BF00E21358}"/>
          </ac:grpSpMkLst>
        </pc:grpChg>
        <pc:grpChg chg="add mod">
          <ac:chgData name="VG DM" userId="f8d70f6e8cb32f82" providerId="LiveId" clId="{7AEB94CC-64B5-40E3-BC12-23507DE0B077}" dt="2019-10-25T10:16:48.039" v="1033" actId="14100"/>
          <ac:grpSpMkLst>
            <pc:docMk/>
            <pc:sldMk cId="3899557005" sldId="259"/>
            <ac:grpSpMk id="6" creationId="{7960D24C-6977-4CD3-B958-EA0147343DBF}"/>
          </ac:grpSpMkLst>
        </pc:grpChg>
        <pc:picChg chg="mod">
          <ac:chgData name="VG DM" userId="f8d70f6e8cb32f82" providerId="LiveId" clId="{7AEB94CC-64B5-40E3-BC12-23507DE0B077}" dt="2019-10-25T10:16:18.085" v="1026" actId="164"/>
          <ac:picMkLst>
            <pc:docMk/>
            <pc:sldMk cId="3899557005" sldId="259"/>
            <ac:picMk id="9" creationId="{E89026FC-51A5-434A-909E-93F2C8166EC4}"/>
          </ac:picMkLst>
        </pc:picChg>
      </pc:sldChg>
      <pc:sldChg chg="del ord">
        <pc:chgData name="VG DM" userId="f8d70f6e8cb32f82" providerId="LiveId" clId="{7AEB94CC-64B5-40E3-BC12-23507DE0B077}" dt="2019-10-25T09:20:00.322" v="321" actId="2696"/>
        <pc:sldMkLst>
          <pc:docMk/>
          <pc:sldMk cId="2087024677" sldId="261"/>
        </pc:sldMkLst>
      </pc:sldChg>
      <pc:sldChg chg="modSp">
        <pc:chgData name="VG DM" userId="f8d70f6e8cb32f82" providerId="LiveId" clId="{7AEB94CC-64B5-40E3-BC12-23507DE0B077}" dt="2019-10-25T12:36:55.078" v="1260" actId="1076"/>
        <pc:sldMkLst>
          <pc:docMk/>
          <pc:sldMk cId="1869960059" sldId="262"/>
        </pc:sldMkLst>
        <pc:spChg chg="mod">
          <ac:chgData name="VG DM" userId="f8d70f6e8cb32f82" providerId="LiveId" clId="{7AEB94CC-64B5-40E3-BC12-23507DE0B077}" dt="2019-10-25T12:36:55.078" v="1260" actId="1076"/>
          <ac:spMkLst>
            <pc:docMk/>
            <pc:sldMk cId="1869960059" sldId="262"/>
            <ac:spMk id="6" creationId="{07B77D7F-DDA1-4A7E-B50B-82987BDA2A4A}"/>
          </ac:spMkLst>
        </pc:spChg>
      </pc:sldChg>
      <pc:sldChg chg="modSp">
        <pc:chgData name="VG DM" userId="f8d70f6e8cb32f82" providerId="LiveId" clId="{7AEB94CC-64B5-40E3-BC12-23507DE0B077}" dt="2019-10-25T12:37:47.201" v="1275" actId="1076"/>
        <pc:sldMkLst>
          <pc:docMk/>
          <pc:sldMk cId="2003051743" sldId="264"/>
        </pc:sldMkLst>
        <pc:spChg chg="mod">
          <ac:chgData name="VG DM" userId="f8d70f6e8cb32f82" providerId="LiveId" clId="{7AEB94CC-64B5-40E3-BC12-23507DE0B077}" dt="2019-10-25T12:37:47.201" v="1275" actId="1076"/>
          <ac:spMkLst>
            <pc:docMk/>
            <pc:sldMk cId="2003051743" sldId="264"/>
            <ac:spMk id="6" creationId="{07B77D7F-DDA1-4A7E-B50B-82987BDA2A4A}"/>
          </ac:spMkLst>
        </pc:spChg>
      </pc:sldChg>
      <pc:sldChg chg="del">
        <pc:chgData name="VG DM" userId="f8d70f6e8cb32f82" providerId="LiveId" clId="{7AEB94CC-64B5-40E3-BC12-23507DE0B077}" dt="2019-10-25T10:14:35.517" v="1016" actId="2696"/>
        <pc:sldMkLst>
          <pc:docMk/>
          <pc:sldMk cId="663288441" sldId="265"/>
        </pc:sldMkLst>
      </pc:sldChg>
      <pc:sldChg chg="modSp">
        <pc:chgData name="VG DM" userId="f8d70f6e8cb32f82" providerId="LiveId" clId="{7AEB94CC-64B5-40E3-BC12-23507DE0B077}" dt="2019-10-25T12:38:53.267" v="1286" actId="1076"/>
        <pc:sldMkLst>
          <pc:docMk/>
          <pc:sldMk cId="1091494790" sldId="266"/>
        </pc:sldMkLst>
        <pc:spChg chg="mod">
          <ac:chgData name="VG DM" userId="f8d70f6e8cb32f82" providerId="LiveId" clId="{7AEB94CC-64B5-40E3-BC12-23507DE0B077}" dt="2019-10-25T12:38:53.267" v="1286" actId="1076"/>
          <ac:spMkLst>
            <pc:docMk/>
            <pc:sldMk cId="1091494790" sldId="266"/>
            <ac:spMk id="6" creationId="{07B77D7F-DDA1-4A7E-B50B-82987BDA2A4A}"/>
          </ac:spMkLst>
        </pc:spChg>
      </pc:sldChg>
      <pc:sldChg chg="modSp add del">
        <pc:chgData name="VG DM" userId="f8d70f6e8cb32f82" providerId="LiveId" clId="{7AEB94CC-64B5-40E3-BC12-23507DE0B077}" dt="2019-10-25T12:39:38.055" v="1298" actId="1076"/>
        <pc:sldMkLst>
          <pc:docMk/>
          <pc:sldMk cId="1786158890" sldId="267"/>
        </pc:sldMkLst>
        <pc:spChg chg="mod">
          <ac:chgData name="VG DM" userId="f8d70f6e8cb32f82" providerId="LiveId" clId="{7AEB94CC-64B5-40E3-BC12-23507DE0B077}" dt="2019-10-25T12:39:38.055" v="1298" actId="1076"/>
          <ac:spMkLst>
            <pc:docMk/>
            <pc:sldMk cId="1786158890" sldId="267"/>
            <ac:spMk id="6" creationId="{07B77D7F-DDA1-4A7E-B50B-82987BDA2A4A}"/>
          </ac:spMkLst>
        </pc:spChg>
      </pc:sldChg>
      <pc:sldChg chg="del">
        <pc:chgData name="VG DM" userId="f8d70f6e8cb32f82" providerId="LiveId" clId="{7AEB94CC-64B5-40E3-BC12-23507DE0B077}" dt="2019-10-24T13:32:16.446" v="19" actId="2696"/>
        <pc:sldMkLst>
          <pc:docMk/>
          <pc:sldMk cId="2999378991" sldId="268"/>
        </pc:sldMkLst>
      </pc:sldChg>
      <pc:sldChg chg="del">
        <pc:chgData name="VG DM" userId="f8d70f6e8cb32f82" providerId="LiveId" clId="{7AEB94CC-64B5-40E3-BC12-23507DE0B077}" dt="2019-10-24T13:32:16.414" v="18" actId="2696"/>
        <pc:sldMkLst>
          <pc:docMk/>
          <pc:sldMk cId="1258155027" sldId="269"/>
        </pc:sldMkLst>
      </pc:sldChg>
      <pc:sldChg chg="del">
        <pc:chgData name="VG DM" userId="f8d70f6e8cb32f82" providerId="LiveId" clId="{7AEB94CC-64B5-40E3-BC12-23507DE0B077}" dt="2019-10-24T13:32:16.452" v="20" actId="2696"/>
        <pc:sldMkLst>
          <pc:docMk/>
          <pc:sldMk cId="2648174323" sldId="270"/>
        </pc:sldMkLst>
      </pc:sldChg>
      <pc:sldChg chg="del">
        <pc:chgData name="VG DM" userId="f8d70f6e8cb32f82" providerId="LiveId" clId="{7AEB94CC-64B5-40E3-BC12-23507DE0B077}" dt="2019-10-24T13:32:16.452" v="21" actId="2696"/>
        <pc:sldMkLst>
          <pc:docMk/>
          <pc:sldMk cId="2516083427" sldId="271"/>
        </pc:sldMkLst>
      </pc:sldChg>
      <pc:sldChg chg="del">
        <pc:chgData name="VG DM" userId="f8d70f6e8cb32f82" providerId="LiveId" clId="{7AEB94CC-64B5-40E3-BC12-23507DE0B077}" dt="2019-10-24T13:32:16.468" v="22" actId="2696"/>
        <pc:sldMkLst>
          <pc:docMk/>
          <pc:sldMk cId="261254814" sldId="272"/>
        </pc:sldMkLst>
      </pc:sldChg>
      <pc:sldChg chg="del">
        <pc:chgData name="VG DM" userId="f8d70f6e8cb32f82" providerId="LiveId" clId="{7AEB94CC-64B5-40E3-BC12-23507DE0B077}" dt="2019-10-24T13:32:16.483" v="23" actId="2696"/>
        <pc:sldMkLst>
          <pc:docMk/>
          <pc:sldMk cId="302384913" sldId="273"/>
        </pc:sldMkLst>
      </pc:sldChg>
      <pc:sldChg chg="del">
        <pc:chgData name="VG DM" userId="f8d70f6e8cb32f82" providerId="LiveId" clId="{7AEB94CC-64B5-40E3-BC12-23507DE0B077}" dt="2019-10-24T13:32:16.483" v="24" actId="2696"/>
        <pc:sldMkLst>
          <pc:docMk/>
          <pc:sldMk cId="804881109" sldId="274"/>
        </pc:sldMkLst>
      </pc:sldChg>
      <pc:sldChg chg="modSp">
        <pc:chgData name="VG DM" userId="f8d70f6e8cb32f82" providerId="LiveId" clId="{7AEB94CC-64B5-40E3-BC12-23507DE0B077}" dt="2019-10-25T12:40:32.312" v="1304" actId="1076"/>
        <pc:sldMkLst>
          <pc:docMk/>
          <pc:sldMk cId="3254822159" sldId="277"/>
        </pc:sldMkLst>
        <pc:spChg chg="mod">
          <ac:chgData name="VG DM" userId="f8d70f6e8cb32f82" providerId="LiveId" clId="{7AEB94CC-64B5-40E3-BC12-23507DE0B077}" dt="2019-10-25T12:40:32.312" v="1304" actId="1076"/>
          <ac:spMkLst>
            <pc:docMk/>
            <pc:sldMk cId="3254822159" sldId="277"/>
            <ac:spMk id="6" creationId="{07B77D7F-DDA1-4A7E-B50B-82987BDA2A4A}"/>
          </ac:spMkLst>
        </pc:spChg>
      </pc:sldChg>
      <pc:sldChg chg="del">
        <pc:chgData name="VG DM" userId="f8d70f6e8cb32f82" providerId="LiveId" clId="{7AEB94CC-64B5-40E3-BC12-23507DE0B077}" dt="2019-10-24T13:32:16.499" v="25" actId="2696"/>
        <pc:sldMkLst>
          <pc:docMk/>
          <pc:sldMk cId="631689556" sldId="279"/>
        </pc:sldMkLst>
      </pc:sldChg>
      <pc:sldChg chg="modSp ord">
        <pc:chgData name="VG DM" userId="f8d70f6e8cb32f82" providerId="LiveId" clId="{7AEB94CC-64B5-40E3-BC12-23507DE0B077}" dt="2019-10-25T12:23:39.049" v="1125" actId="2711"/>
        <pc:sldMkLst>
          <pc:docMk/>
          <pc:sldMk cId="1784317786" sldId="280"/>
        </pc:sldMkLst>
        <pc:spChg chg="mod">
          <ac:chgData name="VG DM" userId="f8d70f6e8cb32f82" providerId="LiveId" clId="{7AEB94CC-64B5-40E3-BC12-23507DE0B077}" dt="2019-10-25T12:23:39.049" v="1125" actId="2711"/>
          <ac:spMkLst>
            <pc:docMk/>
            <pc:sldMk cId="1784317786" sldId="280"/>
            <ac:spMk id="8" creationId="{0FDC456C-3D85-4FD5-B2DF-F945DBE564B2}"/>
          </ac:spMkLst>
        </pc:spChg>
      </pc:sldChg>
      <pc:sldChg chg="addSp delSp modSp add">
        <pc:chgData name="VG DM" userId="f8d70f6e8cb32f82" providerId="LiveId" clId="{7AEB94CC-64B5-40E3-BC12-23507DE0B077}" dt="2019-10-25T12:21:42.932" v="1118" actId="113"/>
        <pc:sldMkLst>
          <pc:docMk/>
          <pc:sldMk cId="1759403250" sldId="281"/>
        </pc:sldMkLst>
        <pc:spChg chg="add del">
          <ac:chgData name="VG DM" userId="f8d70f6e8cb32f82" providerId="LiveId" clId="{7AEB94CC-64B5-40E3-BC12-23507DE0B077}" dt="2019-10-25T06:57:12.594" v="149" actId="478"/>
          <ac:spMkLst>
            <pc:docMk/>
            <pc:sldMk cId="1759403250" sldId="281"/>
            <ac:spMk id="2" creationId="{837E781D-1D63-4C8C-B246-25C60CE99219}"/>
          </ac:spMkLst>
        </pc:spChg>
        <pc:spChg chg="mod">
          <ac:chgData name="VG DM" userId="f8d70f6e8cb32f82" providerId="LiveId" clId="{7AEB94CC-64B5-40E3-BC12-23507DE0B077}" dt="2019-10-25T10:31:13.801" v="1085" actId="14100"/>
          <ac:spMkLst>
            <pc:docMk/>
            <pc:sldMk cId="1759403250" sldId="281"/>
            <ac:spMk id="100" creationId="{8715AE51-2B15-425E-9FF5-9C0A9CC925FE}"/>
          </ac:spMkLst>
        </pc:spChg>
        <pc:spChg chg="del">
          <ac:chgData name="VG DM" userId="f8d70f6e8cb32f82" providerId="LiveId" clId="{7AEB94CC-64B5-40E3-BC12-23507DE0B077}" dt="2019-10-25T07:06:08.988" v="266" actId="478"/>
          <ac:spMkLst>
            <pc:docMk/>
            <pc:sldMk cId="1759403250" sldId="281"/>
            <ac:spMk id="108" creationId="{26B2DE80-B309-41AD-A117-25D5BC55ECD2}"/>
          </ac:spMkLst>
        </pc:spChg>
        <pc:spChg chg="del">
          <ac:chgData name="VG DM" userId="f8d70f6e8cb32f82" providerId="LiveId" clId="{7AEB94CC-64B5-40E3-BC12-23507DE0B077}" dt="2019-10-25T07:06:07.602" v="265" actId="478"/>
          <ac:spMkLst>
            <pc:docMk/>
            <pc:sldMk cId="1759403250" sldId="281"/>
            <ac:spMk id="109" creationId="{47EA50AD-0416-4895-B253-A09964C03C8C}"/>
          </ac:spMkLst>
        </pc:spChg>
        <pc:spChg chg="mod">
          <ac:chgData name="VG DM" userId="f8d70f6e8cb32f82" providerId="LiveId" clId="{7AEB94CC-64B5-40E3-BC12-23507DE0B077}" dt="2019-10-25T12:21:42.932" v="1118" actId="113"/>
          <ac:spMkLst>
            <pc:docMk/>
            <pc:sldMk cId="1759403250" sldId="281"/>
            <ac:spMk id="120" creationId="{D89EEC65-E5D6-44B8-B0DF-C7ED804E8B7F}"/>
          </ac:spMkLst>
        </pc:spChg>
        <pc:picChg chg="add del mod">
          <ac:chgData name="VG DM" userId="f8d70f6e8cb32f82" providerId="LiveId" clId="{7AEB94CC-64B5-40E3-BC12-23507DE0B077}" dt="2019-10-24T13:35:21.074" v="41"/>
          <ac:picMkLst>
            <pc:docMk/>
            <pc:sldMk cId="1759403250" sldId="281"/>
            <ac:picMk id="20" creationId="{3BF8F6D8-2545-439D-8266-4BCF71A8BC71}"/>
          </ac:picMkLst>
        </pc:picChg>
        <pc:picChg chg="add del mod">
          <ac:chgData name="VG DM" userId="f8d70f6e8cb32f82" providerId="LiveId" clId="{7AEB94CC-64B5-40E3-BC12-23507DE0B077}" dt="2019-10-24T13:35:21.074" v="41"/>
          <ac:picMkLst>
            <pc:docMk/>
            <pc:sldMk cId="1759403250" sldId="281"/>
            <ac:picMk id="21" creationId="{D29DB376-948E-4E65-8EC4-996CCADD6164}"/>
          </ac:picMkLst>
        </pc:picChg>
        <pc:picChg chg="mod">
          <ac:chgData name="VG DM" userId="f8d70f6e8cb32f82" providerId="LiveId" clId="{7AEB94CC-64B5-40E3-BC12-23507DE0B077}" dt="2019-10-25T07:01:21.563" v="181" actId="1076"/>
          <ac:picMkLst>
            <pc:docMk/>
            <pc:sldMk cId="1759403250" sldId="281"/>
            <ac:picMk id="102" creationId="{B679E30A-E36F-4F12-9A7A-A2A89E5A8621}"/>
          </ac:picMkLst>
        </pc:picChg>
      </pc:sldChg>
      <pc:sldChg chg="add del">
        <pc:chgData name="VG DM" userId="f8d70f6e8cb32f82" providerId="LiveId" clId="{7AEB94CC-64B5-40E3-BC12-23507DE0B077}" dt="2019-10-24T13:34:12.272" v="27" actId="2696"/>
        <pc:sldMkLst>
          <pc:docMk/>
          <pc:sldMk cId="1834488769" sldId="281"/>
        </pc:sldMkLst>
      </pc:sldChg>
      <pc:sldChg chg="addSp delSp modSp add ord">
        <pc:chgData name="VG DM" userId="f8d70f6e8cb32f82" providerId="LiveId" clId="{7AEB94CC-64B5-40E3-BC12-23507DE0B077}" dt="2019-10-25T12:27:40.627" v="1175" actId="404"/>
        <pc:sldMkLst>
          <pc:docMk/>
          <pc:sldMk cId="3607971828" sldId="282"/>
        </pc:sldMkLst>
        <pc:spChg chg="mod">
          <ac:chgData name="VG DM" userId="f8d70f6e8cb32f82" providerId="LiveId" clId="{7AEB94CC-64B5-40E3-BC12-23507DE0B077}" dt="2019-10-25T12:27:40.627" v="1175" actId="404"/>
          <ac:spMkLst>
            <pc:docMk/>
            <pc:sldMk cId="3607971828" sldId="282"/>
            <ac:spMk id="6" creationId="{07B77D7F-DDA1-4A7E-B50B-82987BDA2A4A}"/>
          </ac:spMkLst>
        </pc:spChg>
        <pc:spChg chg="add del">
          <ac:chgData name="VG DM" userId="f8d70f6e8cb32f82" providerId="LiveId" clId="{7AEB94CC-64B5-40E3-BC12-23507DE0B077}" dt="2019-10-24T13:41:24.171" v="99"/>
          <ac:spMkLst>
            <pc:docMk/>
            <pc:sldMk cId="3607971828" sldId="282"/>
            <ac:spMk id="11" creationId="{FCCB1442-B51F-4141-9A85-18FE0FC8F4C8}"/>
          </ac:spMkLst>
        </pc:spChg>
        <pc:spChg chg="add del">
          <ac:chgData name="VG DM" userId="f8d70f6e8cb32f82" providerId="LiveId" clId="{7AEB94CC-64B5-40E3-BC12-23507DE0B077}" dt="2019-10-24T13:41:24.171" v="99"/>
          <ac:spMkLst>
            <pc:docMk/>
            <pc:sldMk cId="3607971828" sldId="282"/>
            <ac:spMk id="12" creationId="{37913CFE-364D-4FEB-9DE1-E2E837412D3A}"/>
          </ac:spMkLst>
        </pc:spChg>
        <pc:spChg chg="add del">
          <ac:chgData name="VG DM" userId="f8d70f6e8cb32f82" providerId="LiveId" clId="{7AEB94CC-64B5-40E3-BC12-23507DE0B077}" dt="2019-10-24T13:41:24.171" v="99"/>
          <ac:spMkLst>
            <pc:docMk/>
            <pc:sldMk cId="3607971828" sldId="282"/>
            <ac:spMk id="16" creationId="{7CC25362-035F-477C-815C-1A3DE32450EF}"/>
          </ac:spMkLst>
        </pc:spChg>
        <pc:spChg chg="add del">
          <ac:chgData name="VG DM" userId="f8d70f6e8cb32f82" providerId="LiveId" clId="{7AEB94CC-64B5-40E3-BC12-23507DE0B077}" dt="2019-10-24T13:41:24.171" v="99"/>
          <ac:spMkLst>
            <pc:docMk/>
            <pc:sldMk cId="3607971828" sldId="282"/>
            <ac:spMk id="17" creationId="{9B9DDD6D-2BEC-4400-8798-8ECB83305DA4}"/>
          </ac:spMkLst>
        </pc:spChg>
        <pc:picChg chg="add del mod">
          <ac:chgData name="VG DM" userId="f8d70f6e8cb32f82" providerId="LiveId" clId="{7AEB94CC-64B5-40E3-BC12-23507DE0B077}" dt="2019-10-24T13:37:15.225" v="73" actId="478"/>
          <ac:picMkLst>
            <pc:docMk/>
            <pc:sldMk cId="3607971828" sldId="282"/>
            <ac:picMk id="3" creationId="{670F1358-D578-4DE5-8C58-AD36FB51C370}"/>
          </ac:picMkLst>
        </pc:picChg>
        <pc:picChg chg="add del mod">
          <ac:chgData name="VG DM" userId="f8d70f6e8cb32f82" providerId="LiveId" clId="{7AEB94CC-64B5-40E3-BC12-23507DE0B077}" dt="2019-10-24T13:35:31.227" v="45" actId="478"/>
          <ac:picMkLst>
            <pc:docMk/>
            <pc:sldMk cId="3607971828" sldId="282"/>
            <ac:picMk id="7" creationId="{2B3B0950-2230-4251-9393-33B980A3E66B}"/>
          </ac:picMkLst>
        </pc:picChg>
        <pc:picChg chg="add mod">
          <ac:chgData name="VG DM" userId="f8d70f6e8cb32f82" providerId="LiveId" clId="{7AEB94CC-64B5-40E3-BC12-23507DE0B077}" dt="2019-10-25T12:27:20.771" v="1169" actId="1076"/>
          <ac:picMkLst>
            <pc:docMk/>
            <pc:sldMk cId="3607971828" sldId="282"/>
            <ac:picMk id="7" creationId="{93D2FD00-418C-4AED-B63B-9EB5872264FD}"/>
          </ac:picMkLst>
        </pc:picChg>
        <pc:picChg chg="add del mod">
          <ac:chgData name="VG DM" userId="f8d70f6e8cb32f82" providerId="LiveId" clId="{7AEB94CC-64B5-40E3-BC12-23507DE0B077}" dt="2019-10-24T13:37:05.689" v="70" actId="478"/>
          <ac:picMkLst>
            <pc:docMk/>
            <pc:sldMk cId="3607971828" sldId="282"/>
            <ac:picMk id="8" creationId="{CBCC021D-061E-499A-AA8E-0E4CF6484F62}"/>
          </ac:picMkLst>
        </pc:picChg>
        <pc:picChg chg="add del">
          <ac:chgData name="VG DM" userId="f8d70f6e8cb32f82" providerId="LiveId" clId="{7AEB94CC-64B5-40E3-BC12-23507DE0B077}" dt="2019-10-24T13:36:34.942" v="69"/>
          <ac:picMkLst>
            <pc:docMk/>
            <pc:sldMk cId="3607971828" sldId="282"/>
            <ac:picMk id="9" creationId="{407F2BBE-1B57-4C50-8F8C-21F47DDAF688}"/>
          </ac:picMkLst>
        </pc:picChg>
        <pc:picChg chg="add del">
          <ac:chgData name="VG DM" userId="f8d70f6e8cb32f82" providerId="LiveId" clId="{7AEB94CC-64B5-40E3-BC12-23507DE0B077}" dt="2019-10-24T13:36:34.942" v="69"/>
          <ac:picMkLst>
            <pc:docMk/>
            <pc:sldMk cId="3607971828" sldId="282"/>
            <ac:picMk id="10" creationId="{E6D17CD3-2499-48F3-A4E4-C3B61442C3EC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3" creationId="{FC64DF97-6C2B-4004-B12C-B3921E566402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4" creationId="{1F9ACE60-BA7F-408D-837F-186980AEC141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5" creationId="{BCF70926-93D7-4A4C-8629-F32FB39C44AD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8" creationId="{24D4A6AF-4D7E-40E9-B0F9-683377DA65CD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19" creationId="{5194C287-8D77-4D8B-AAD5-826321E843E9}"/>
          </ac:picMkLst>
        </pc:picChg>
        <pc:picChg chg="add del">
          <ac:chgData name="VG DM" userId="f8d70f6e8cb32f82" providerId="LiveId" clId="{7AEB94CC-64B5-40E3-BC12-23507DE0B077}" dt="2019-10-24T13:41:24.171" v="99"/>
          <ac:picMkLst>
            <pc:docMk/>
            <pc:sldMk cId="3607971828" sldId="282"/>
            <ac:picMk id="20" creationId="{990A2439-6337-4020-BC4A-D79FC572DA13}"/>
          </ac:picMkLst>
        </pc:picChg>
        <pc:picChg chg="add del mod">
          <ac:chgData name="VG DM" userId="f8d70f6e8cb32f82" providerId="LiveId" clId="{7AEB94CC-64B5-40E3-BC12-23507DE0B077}" dt="2019-10-25T12:27:32.641" v="1171" actId="1076"/>
          <ac:picMkLst>
            <pc:docMk/>
            <pc:sldMk cId="3607971828" sldId="282"/>
            <ac:picMk id="1026" creationId="{96E092C1-64EE-48EA-BA51-5F53312FF3A0}"/>
          </ac:picMkLst>
        </pc:picChg>
      </pc:sldChg>
      <pc:sldChg chg="addSp delSp modSp add">
        <pc:chgData name="VG DM" userId="f8d70f6e8cb32f82" providerId="LiveId" clId="{7AEB94CC-64B5-40E3-BC12-23507DE0B077}" dt="2019-10-25T12:32:22.761" v="1214" actId="14100"/>
        <pc:sldMkLst>
          <pc:docMk/>
          <pc:sldMk cId="1354394750" sldId="283"/>
        </pc:sldMkLst>
        <pc:spChg chg="add del">
          <ac:chgData name="VG DM" userId="f8d70f6e8cb32f82" providerId="LiveId" clId="{7AEB94CC-64B5-40E3-BC12-23507DE0B077}" dt="2019-10-25T10:08:38.008" v="885" actId="478"/>
          <ac:spMkLst>
            <pc:docMk/>
            <pc:sldMk cId="1354394750" sldId="283"/>
            <ac:spMk id="2" creationId="{6C1259A9-B605-4B3B-ADDC-8FF3EAA38945}"/>
          </ac:spMkLst>
        </pc:spChg>
        <pc:spChg chg="mod">
          <ac:chgData name="VG DM" userId="f8d70f6e8cb32f82" providerId="LiveId" clId="{7AEB94CC-64B5-40E3-BC12-23507DE0B077}" dt="2019-10-25T12:32:22.761" v="1214" actId="14100"/>
          <ac:spMkLst>
            <pc:docMk/>
            <pc:sldMk cId="1354394750" sldId="283"/>
            <ac:spMk id="6" creationId="{07B77D7F-DDA1-4A7E-B50B-82987BDA2A4A}"/>
          </ac:spMkLst>
        </pc:spChg>
      </pc:sldChg>
      <pc:sldChg chg="del">
        <pc:chgData name="VG DM" userId="f8d70f6e8cb32f82" providerId="LiveId" clId="{7AEB94CC-64B5-40E3-BC12-23507DE0B077}" dt="2019-10-24T13:27:32.888" v="2" actId="2696"/>
        <pc:sldMkLst>
          <pc:docMk/>
          <pc:sldMk cId="3877086900" sldId="283"/>
        </pc:sldMkLst>
      </pc:sldChg>
      <pc:sldChg chg="addSp delSp modSp add del">
        <pc:chgData name="VG DM" userId="f8d70f6e8cb32f82" providerId="LiveId" clId="{7AEB94CC-64B5-40E3-BC12-23507DE0B077}" dt="2019-10-24T13:38:52.796" v="90"/>
        <pc:sldMkLst>
          <pc:docMk/>
          <pc:sldMk cId="4030877152" sldId="283"/>
        </pc:sldMkLst>
        <pc:spChg chg="add del">
          <ac:chgData name="VG DM" userId="f8d70f6e8cb32f82" providerId="LiveId" clId="{7AEB94CC-64B5-40E3-BC12-23507DE0B077}" dt="2019-10-24T13:38:52.665" v="89" actId="478"/>
          <ac:spMkLst>
            <pc:docMk/>
            <pc:sldMk cId="4030877152" sldId="283"/>
            <ac:spMk id="2" creationId="{BF71555A-E6ED-4673-AE03-377A0509997F}"/>
          </ac:spMkLst>
        </pc:spChg>
        <pc:spChg chg="add del">
          <ac:chgData name="VG DM" userId="f8d70f6e8cb32f82" providerId="LiveId" clId="{7AEB94CC-64B5-40E3-BC12-23507DE0B077}" dt="2019-10-24T13:38:52.665" v="89" actId="478"/>
          <ac:spMkLst>
            <pc:docMk/>
            <pc:sldMk cId="4030877152" sldId="283"/>
            <ac:spMk id="3" creationId="{ADD9484D-BB80-4DAB-A32B-7C19693DF515}"/>
          </ac:spMkLst>
        </pc:spChg>
        <pc:spChg chg="add del mod">
          <ac:chgData name="VG DM" userId="f8d70f6e8cb32f82" providerId="LiveId" clId="{7AEB94CC-64B5-40E3-BC12-23507DE0B077}" dt="2019-10-24T13:38:52.537" v="88"/>
          <ac:spMkLst>
            <pc:docMk/>
            <pc:sldMk cId="4030877152" sldId="283"/>
            <ac:spMk id="4" creationId="{4D2FE614-3462-42DD-B4D2-3745C4255CE3}"/>
          </ac:spMkLst>
        </pc:spChg>
        <pc:spChg chg="add del mod">
          <ac:chgData name="VG DM" userId="f8d70f6e8cb32f82" providerId="LiveId" clId="{7AEB94CC-64B5-40E3-BC12-23507DE0B077}" dt="2019-10-24T13:38:52.537" v="88"/>
          <ac:spMkLst>
            <pc:docMk/>
            <pc:sldMk cId="4030877152" sldId="283"/>
            <ac:spMk id="5" creationId="{8BF2C1EA-EE70-4A44-9616-DBD8D93BCFD5}"/>
          </ac:spMkLst>
        </pc:spChg>
        <pc:spChg chg="add del mod">
          <ac:chgData name="VG DM" userId="f8d70f6e8cb32f82" providerId="LiveId" clId="{7AEB94CC-64B5-40E3-BC12-23507DE0B077}" dt="2019-10-24T13:38:52.537" v="88"/>
          <ac:spMkLst>
            <pc:docMk/>
            <pc:sldMk cId="4030877152" sldId="283"/>
            <ac:spMk id="9" creationId="{680DFC0D-4989-443C-99B6-B87A28FD5469}"/>
          </ac:spMkLst>
        </pc:spChg>
        <pc:spChg chg="add del mod">
          <ac:chgData name="VG DM" userId="f8d70f6e8cb32f82" providerId="LiveId" clId="{7AEB94CC-64B5-40E3-BC12-23507DE0B077}" dt="2019-10-24T13:38:52.537" v="88"/>
          <ac:spMkLst>
            <pc:docMk/>
            <pc:sldMk cId="4030877152" sldId="283"/>
            <ac:spMk id="10" creationId="{785651DE-92A5-4604-81A2-AA1CB0925F1E}"/>
          </ac:spMkLst>
        </pc:sp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6" creationId="{CD96123C-3A9D-4B62-8EB4-FEE7531C27A0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7" creationId="{7E5714E0-FB89-4815-8F26-767745A07869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8" creationId="{210FE701-2F6B-468E-AAD7-65A400C69802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11" creationId="{59E5D47E-BBB5-4150-A681-AECE57484696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12" creationId="{51571E81-62E5-470D-B46C-1AAF2E1D84C0}"/>
          </ac:picMkLst>
        </pc:picChg>
        <pc:picChg chg="add del mod">
          <ac:chgData name="VG DM" userId="f8d70f6e8cb32f82" providerId="LiveId" clId="{7AEB94CC-64B5-40E3-BC12-23507DE0B077}" dt="2019-10-24T13:38:52.537" v="88"/>
          <ac:picMkLst>
            <pc:docMk/>
            <pc:sldMk cId="4030877152" sldId="283"/>
            <ac:picMk id="13" creationId="{E6A09066-E26F-4615-8796-5E854765942D}"/>
          </ac:picMkLst>
        </pc:picChg>
      </pc:sldChg>
      <pc:sldChg chg="add del">
        <pc:chgData name="VG DM" userId="f8d70f6e8cb32f82" providerId="LiveId" clId="{7AEB94CC-64B5-40E3-BC12-23507DE0B077}" dt="2019-10-25T09:32:06.147" v="544" actId="2696"/>
        <pc:sldMkLst>
          <pc:docMk/>
          <pc:sldMk cId="1602533243" sldId="284"/>
        </pc:sldMkLst>
      </pc:sldChg>
      <pc:sldChg chg="addSp delSp modSp add">
        <pc:chgData name="VG DM" userId="f8d70f6e8cb32f82" providerId="LiveId" clId="{7AEB94CC-64B5-40E3-BC12-23507DE0B077}" dt="2019-10-25T12:30:34.280" v="1204" actId="1076"/>
        <pc:sldMkLst>
          <pc:docMk/>
          <pc:sldMk cId="4261900513" sldId="285"/>
        </pc:sldMkLst>
        <pc:spChg chg="add del mod">
          <ac:chgData name="VG DM" userId="f8d70f6e8cb32f82" providerId="LiveId" clId="{7AEB94CC-64B5-40E3-BC12-23507DE0B077}" dt="2019-10-25T12:30:02.792" v="1202" actId="2711"/>
          <ac:spMkLst>
            <pc:docMk/>
            <pc:sldMk cId="4261900513" sldId="285"/>
            <ac:spMk id="6" creationId="{07B77D7F-DDA1-4A7E-B50B-82987BDA2A4A}"/>
          </ac:spMkLst>
        </pc:spChg>
        <pc:picChg chg="add del mod">
          <ac:chgData name="VG DM" userId="f8d70f6e8cb32f82" providerId="LiveId" clId="{7AEB94CC-64B5-40E3-BC12-23507DE0B077}" dt="2019-10-25T09:20:25.816" v="341" actId="478"/>
          <ac:picMkLst>
            <pc:docMk/>
            <pc:sldMk cId="4261900513" sldId="285"/>
            <ac:picMk id="3" creationId="{075D7DD9-9290-49D8-B6FD-AAC919D56E60}"/>
          </ac:picMkLst>
        </pc:picChg>
        <pc:picChg chg="del">
          <ac:chgData name="VG DM" userId="f8d70f6e8cb32f82" providerId="LiveId" clId="{7AEB94CC-64B5-40E3-BC12-23507DE0B077}" dt="2019-10-25T07:03:01.311" v="229" actId="478"/>
          <ac:picMkLst>
            <pc:docMk/>
            <pc:sldMk cId="4261900513" sldId="285"/>
            <ac:picMk id="7" creationId="{93D2FD00-418C-4AED-B63B-9EB5872264FD}"/>
          </ac:picMkLst>
        </pc:picChg>
        <pc:picChg chg="add del mod">
          <ac:chgData name="VG DM" userId="f8d70f6e8cb32f82" providerId="LiveId" clId="{7AEB94CC-64B5-40E3-BC12-23507DE0B077}" dt="2019-10-25T07:04:06.216" v="239"/>
          <ac:picMkLst>
            <pc:docMk/>
            <pc:sldMk cId="4261900513" sldId="285"/>
            <ac:picMk id="9" creationId="{E1CB3B0A-5D06-4738-8AF3-EC91DE3C0069}"/>
          </ac:picMkLst>
        </pc:picChg>
        <pc:picChg chg="add del mod">
          <ac:chgData name="VG DM" userId="f8d70f6e8cb32f82" providerId="LiveId" clId="{7AEB94CC-64B5-40E3-BC12-23507DE0B077}" dt="2019-10-25T09:20:26.884" v="343" actId="478"/>
          <ac:picMkLst>
            <pc:docMk/>
            <pc:sldMk cId="4261900513" sldId="285"/>
            <ac:picMk id="11" creationId="{EBD90592-82FB-4ED3-9CB3-B5BEB5FD9615}"/>
          </ac:picMkLst>
        </pc:picChg>
        <pc:picChg chg="add del">
          <ac:chgData name="VG DM" userId="f8d70f6e8cb32f82" providerId="LiveId" clId="{7AEB94CC-64B5-40E3-BC12-23507DE0B077}" dt="2019-10-25T09:25:09.302" v="496" actId="478"/>
          <ac:picMkLst>
            <pc:docMk/>
            <pc:sldMk cId="4261900513" sldId="285"/>
            <ac:picMk id="13" creationId="{60D6D3E5-64DA-4DA5-B2E1-EE79ED4618A6}"/>
          </ac:picMkLst>
        </pc:picChg>
        <pc:picChg chg="add mod">
          <ac:chgData name="VG DM" userId="f8d70f6e8cb32f82" providerId="LiveId" clId="{7AEB94CC-64B5-40E3-BC12-23507DE0B077}" dt="2019-10-25T12:30:34.280" v="1204" actId="1076"/>
          <ac:picMkLst>
            <pc:docMk/>
            <pc:sldMk cId="4261900513" sldId="285"/>
            <ac:picMk id="14" creationId="{E7B3D2E0-402F-4A78-AF38-37A7376C1AA0}"/>
          </ac:picMkLst>
        </pc:picChg>
        <pc:picChg chg="del">
          <ac:chgData name="VG DM" userId="f8d70f6e8cb32f82" providerId="LiveId" clId="{7AEB94CC-64B5-40E3-BC12-23507DE0B077}" dt="2019-10-25T07:03:02.720" v="230" actId="478"/>
          <ac:picMkLst>
            <pc:docMk/>
            <pc:sldMk cId="4261900513" sldId="285"/>
            <ac:picMk id="1026" creationId="{96E092C1-64EE-48EA-BA51-5F53312FF3A0}"/>
          </ac:picMkLst>
        </pc:picChg>
      </pc:sldChg>
      <pc:sldChg chg="addSp delSp modSp add del">
        <pc:chgData name="VG DM" userId="f8d70f6e8cb32f82" providerId="LiveId" clId="{7AEB94CC-64B5-40E3-BC12-23507DE0B077}" dt="2019-10-25T10:47:44.132" v="1093" actId="2696"/>
        <pc:sldMkLst>
          <pc:docMk/>
          <pc:sldMk cId="3174358273" sldId="286"/>
        </pc:sldMkLst>
        <pc:spChg chg="add del">
          <ac:chgData name="VG DM" userId="f8d70f6e8cb32f82" providerId="LiveId" clId="{7AEB94CC-64B5-40E3-BC12-23507DE0B077}" dt="2019-10-25T09:47:49.372" v="762" actId="478"/>
          <ac:spMkLst>
            <pc:docMk/>
            <pc:sldMk cId="3174358273" sldId="286"/>
            <ac:spMk id="4" creationId="{95552393-EEAF-4DF8-8571-CA1CB3FC59E9}"/>
          </ac:spMkLst>
        </pc:spChg>
        <pc:spChg chg="mod">
          <ac:chgData name="VG DM" userId="f8d70f6e8cb32f82" providerId="LiveId" clId="{7AEB94CC-64B5-40E3-BC12-23507DE0B077}" dt="2019-10-25T10:30:31.534" v="1075" actId="2711"/>
          <ac:spMkLst>
            <pc:docMk/>
            <pc:sldMk cId="3174358273" sldId="286"/>
            <ac:spMk id="6" creationId="{07B77D7F-DDA1-4A7E-B50B-82987BDA2A4A}"/>
          </ac:spMkLst>
        </pc:spChg>
        <pc:spChg chg="add del mod">
          <ac:chgData name="VG DM" userId="f8d70f6e8cb32f82" providerId="LiveId" clId="{7AEB94CC-64B5-40E3-BC12-23507DE0B077}" dt="2019-10-25T09:47:49.420" v="763"/>
          <ac:spMkLst>
            <pc:docMk/>
            <pc:sldMk cId="3174358273" sldId="286"/>
            <ac:spMk id="8" creationId="{35788909-013D-4EA1-AA73-B9ED532CCCD7}"/>
          </ac:spMkLst>
        </pc:spChg>
        <pc:picChg chg="add del">
          <ac:chgData name="VG DM" userId="f8d70f6e8cb32f82" providerId="LiveId" clId="{7AEB94CC-64B5-40E3-BC12-23507DE0B077}" dt="2019-10-25T09:47:49.372" v="762" actId="478"/>
          <ac:picMkLst>
            <pc:docMk/>
            <pc:sldMk cId="3174358273" sldId="286"/>
            <ac:picMk id="5" creationId="{1A9A93A0-0C60-498D-93A4-6800FAFEEAB7}"/>
          </ac:picMkLst>
        </pc:picChg>
        <pc:picChg chg="add del mod">
          <ac:chgData name="VG DM" userId="f8d70f6e8cb32f82" providerId="LiveId" clId="{7AEB94CC-64B5-40E3-BC12-23507DE0B077}" dt="2019-10-25T09:47:49.420" v="763"/>
          <ac:picMkLst>
            <pc:docMk/>
            <pc:sldMk cId="3174358273" sldId="286"/>
            <ac:picMk id="7" creationId="{43C050AB-EFE4-4B20-8CF0-4F511B0D9B51}"/>
          </ac:picMkLst>
        </pc:picChg>
      </pc:sldChg>
      <pc:sldChg chg="addSp delSp modSp add del">
        <pc:chgData name="VG DM" userId="f8d70f6e8cb32f82" providerId="LiveId" clId="{7AEB94CC-64B5-40E3-BC12-23507DE0B077}" dt="2019-10-25T09:19:54.524" v="320" actId="2696"/>
        <pc:sldMkLst>
          <pc:docMk/>
          <pc:sldMk cId="1991677894" sldId="287"/>
        </pc:sldMkLst>
        <pc:spChg chg="del mod">
          <ac:chgData name="VG DM" userId="f8d70f6e8cb32f82" providerId="LiveId" clId="{7AEB94CC-64B5-40E3-BC12-23507DE0B077}" dt="2019-10-25T07:03:58.271" v="235" actId="478"/>
          <ac:spMkLst>
            <pc:docMk/>
            <pc:sldMk cId="1991677894" sldId="287"/>
            <ac:spMk id="6" creationId="{07B77D7F-DDA1-4A7E-B50B-82987BDA2A4A}"/>
          </ac:spMkLst>
        </pc:spChg>
        <pc:spChg chg="add">
          <ac:chgData name="VG DM" userId="f8d70f6e8cb32f82" providerId="LiveId" clId="{7AEB94CC-64B5-40E3-BC12-23507DE0B077}" dt="2019-10-25T07:03:58.910" v="236"/>
          <ac:spMkLst>
            <pc:docMk/>
            <pc:sldMk cId="1991677894" sldId="287"/>
            <ac:spMk id="8" creationId="{BEAEE238-2A63-4AEB-A289-B47753614072}"/>
          </ac:spMkLst>
        </pc:spChg>
        <pc:picChg chg="del">
          <ac:chgData name="VG DM" userId="f8d70f6e8cb32f82" providerId="LiveId" clId="{7AEB94CC-64B5-40E3-BC12-23507DE0B077}" dt="2019-10-25T07:04:27.249" v="246" actId="478"/>
          <ac:picMkLst>
            <pc:docMk/>
            <pc:sldMk cId="1991677894" sldId="287"/>
            <ac:picMk id="7" creationId="{93D2FD00-418C-4AED-B63B-9EB5872264FD}"/>
          </ac:picMkLst>
        </pc:picChg>
        <pc:picChg chg="add mod ord">
          <ac:chgData name="VG DM" userId="f8d70f6e8cb32f82" providerId="LiveId" clId="{7AEB94CC-64B5-40E3-BC12-23507DE0B077}" dt="2019-10-25T07:04:24.944" v="245" actId="167"/>
          <ac:picMkLst>
            <pc:docMk/>
            <pc:sldMk cId="1991677894" sldId="287"/>
            <ac:picMk id="9" creationId="{B5146A54-C6EB-4675-8689-F9C5AD034509}"/>
          </ac:picMkLst>
        </pc:picChg>
        <pc:picChg chg="add mod ord">
          <ac:chgData name="VG DM" userId="f8d70f6e8cb32f82" providerId="LiveId" clId="{7AEB94CC-64B5-40E3-BC12-23507DE0B077}" dt="2019-10-25T07:04:42.838" v="250" actId="167"/>
          <ac:picMkLst>
            <pc:docMk/>
            <pc:sldMk cId="1991677894" sldId="287"/>
            <ac:picMk id="10" creationId="{D1152E2C-8D5D-4E1B-8A83-EDBF1FA93268}"/>
          </ac:picMkLst>
        </pc:picChg>
        <pc:picChg chg="del">
          <ac:chgData name="VG DM" userId="f8d70f6e8cb32f82" providerId="LiveId" clId="{7AEB94CC-64B5-40E3-BC12-23507DE0B077}" dt="2019-10-25T07:04:45.403" v="251" actId="478"/>
          <ac:picMkLst>
            <pc:docMk/>
            <pc:sldMk cId="1991677894" sldId="287"/>
            <ac:picMk id="1026" creationId="{96E092C1-64EE-48EA-BA51-5F53312FF3A0}"/>
          </ac:picMkLst>
        </pc:picChg>
      </pc:sldChg>
      <pc:sldChg chg="addSp delSp modSp add">
        <pc:chgData name="VG DM" userId="f8d70f6e8cb32f82" providerId="LiveId" clId="{7AEB94CC-64B5-40E3-BC12-23507DE0B077}" dt="2019-10-25T12:29:00.910" v="1190" actId="1076"/>
        <pc:sldMkLst>
          <pc:docMk/>
          <pc:sldMk cId="2620171651" sldId="288"/>
        </pc:sldMkLst>
        <pc:spChg chg="del">
          <ac:chgData name="VG DM" userId="f8d70f6e8cb32f82" providerId="LiveId" clId="{7AEB94CC-64B5-40E3-BC12-23507DE0B077}" dt="2019-10-25T07:06:19.496" v="267" actId="478"/>
          <ac:spMkLst>
            <pc:docMk/>
            <pc:sldMk cId="2620171651" sldId="288"/>
            <ac:spMk id="6" creationId="{07B77D7F-DDA1-4A7E-B50B-82987BDA2A4A}"/>
          </ac:spMkLst>
        </pc:spChg>
        <pc:spChg chg="add del mod topLvl">
          <ac:chgData name="VG DM" userId="f8d70f6e8cb32f82" providerId="LiveId" clId="{7AEB94CC-64B5-40E3-BC12-23507DE0B077}" dt="2019-10-25T07:06:02.247" v="264" actId="478"/>
          <ac:spMkLst>
            <pc:docMk/>
            <pc:sldMk cId="2620171651" sldId="288"/>
            <ac:spMk id="9" creationId="{C3A1120A-9F84-47F3-86AD-13338D0FEF9C}"/>
          </ac:spMkLst>
        </pc:spChg>
        <pc:spChg chg="add del mod">
          <ac:chgData name="VG DM" userId="f8d70f6e8cb32f82" providerId="LiveId" clId="{7AEB94CC-64B5-40E3-BC12-23507DE0B077}" dt="2019-10-25T07:05:58.392" v="263" actId="478"/>
          <ac:spMkLst>
            <pc:docMk/>
            <pc:sldMk cId="2620171651" sldId="288"/>
            <ac:spMk id="10" creationId="{355C82AA-324E-4E6F-9D8F-93939FC8BA1B}"/>
          </ac:spMkLst>
        </pc:spChg>
        <pc:spChg chg="add mod">
          <ac:chgData name="VG DM" userId="f8d70f6e8cb32f82" providerId="LiveId" clId="{7AEB94CC-64B5-40E3-BC12-23507DE0B077}" dt="2019-10-25T12:28:41.668" v="1187" actId="255"/>
          <ac:spMkLst>
            <pc:docMk/>
            <pc:sldMk cId="2620171651" sldId="288"/>
            <ac:spMk id="11" creationId="{17FF1C66-FBB9-419F-9868-6BEF0CC91245}"/>
          </ac:spMkLst>
        </pc:spChg>
        <pc:grpChg chg="add del mod">
          <ac:chgData name="VG DM" userId="f8d70f6e8cb32f82" providerId="LiveId" clId="{7AEB94CC-64B5-40E3-BC12-23507DE0B077}" dt="2019-10-25T07:06:02.247" v="264" actId="478"/>
          <ac:grpSpMkLst>
            <pc:docMk/>
            <pc:sldMk cId="2620171651" sldId="288"/>
            <ac:grpSpMk id="2" creationId="{AAC38FCD-A50E-476E-82EF-0EFF3D9D3FF1}"/>
          </ac:grpSpMkLst>
        </pc:grpChg>
        <pc:picChg chg="del">
          <ac:chgData name="VG DM" userId="f8d70f6e8cb32f82" providerId="LiveId" clId="{7AEB94CC-64B5-40E3-BC12-23507DE0B077}" dt="2019-10-25T07:05:52.214" v="261" actId="478"/>
          <ac:picMkLst>
            <pc:docMk/>
            <pc:sldMk cId="2620171651" sldId="288"/>
            <ac:picMk id="7" creationId="{93D2FD00-418C-4AED-B63B-9EB5872264FD}"/>
          </ac:picMkLst>
        </pc:picChg>
        <pc:picChg chg="add del mod topLvl">
          <ac:chgData name="VG DM" userId="f8d70f6e8cb32f82" providerId="LiveId" clId="{7AEB94CC-64B5-40E3-BC12-23507DE0B077}" dt="2019-10-25T09:19:48.610" v="318" actId="478"/>
          <ac:picMkLst>
            <pc:docMk/>
            <pc:sldMk cId="2620171651" sldId="288"/>
            <ac:picMk id="8" creationId="{BC2B0C95-65FD-412D-8619-462E0B881058}"/>
          </ac:picMkLst>
        </pc:picChg>
        <pc:picChg chg="add del mod">
          <ac:chgData name="VG DM" userId="f8d70f6e8cb32f82" providerId="LiveId" clId="{7AEB94CC-64B5-40E3-BC12-23507DE0B077}" dt="2019-10-25T07:07:07.399" v="295" actId="478"/>
          <ac:picMkLst>
            <pc:docMk/>
            <pc:sldMk cId="2620171651" sldId="288"/>
            <ac:picMk id="12" creationId="{5E14A8EE-D5FE-4BEB-96A0-C39619F25109}"/>
          </ac:picMkLst>
        </pc:picChg>
        <pc:picChg chg="add mod">
          <ac:chgData name="VG DM" userId="f8d70f6e8cb32f82" providerId="LiveId" clId="{7AEB94CC-64B5-40E3-BC12-23507DE0B077}" dt="2019-10-25T12:29:00.910" v="1190" actId="1076"/>
          <ac:picMkLst>
            <pc:docMk/>
            <pc:sldMk cId="2620171651" sldId="288"/>
            <ac:picMk id="13" creationId="{9F5D8F2D-C15D-42D3-976A-3DA94190A479}"/>
          </ac:picMkLst>
        </pc:picChg>
        <pc:picChg chg="add mod">
          <ac:chgData name="VG DM" userId="f8d70f6e8cb32f82" providerId="LiveId" clId="{7AEB94CC-64B5-40E3-BC12-23507DE0B077}" dt="2019-10-25T12:28:50.231" v="1189" actId="1076"/>
          <ac:picMkLst>
            <pc:docMk/>
            <pc:sldMk cId="2620171651" sldId="288"/>
            <ac:picMk id="14" creationId="{D0307F63-CEA8-4BFB-8ABC-3FDCA69EF96A}"/>
          </ac:picMkLst>
        </pc:picChg>
        <pc:picChg chg="del">
          <ac:chgData name="VG DM" userId="f8d70f6e8cb32f82" providerId="LiveId" clId="{7AEB94CC-64B5-40E3-BC12-23507DE0B077}" dt="2019-10-25T07:05:53.767" v="262" actId="478"/>
          <ac:picMkLst>
            <pc:docMk/>
            <pc:sldMk cId="2620171651" sldId="288"/>
            <ac:picMk id="1026" creationId="{96E092C1-64EE-48EA-BA51-5F53312FF3A0}"/>
          </ac:picMkLst>
        </pc:picChg>
      </pc:sldChg>
      <pc:sldChg chg="addSp delSp modSp add del">
        <pc:chgData name="VG DM" userId="f8d70f6e8cb32f82" providerId="LiveId" clId="{7AEB94CC-64B5-40E3-BC12-23507DE0B077}" dt="2019-10-25T09:25:24.504" v="498" actId="2696"/>
        <pc:sldMkLst>
          <pc:docMk/>
          <pc:sldMk cId="143965585" sldId="289"/>
        </pc:sldMkLst>
        <pc:spChg chg="mod">
          <ac:chgData name="VG DM" userId="f8d70f6e8cb32f82" providerId="LiveId" clId="{7AEB94CC-64B5-40E3-BC12-23507DE0B077}" dt="2019-10-25T09:20:55.817" v="368" actId="20577"/>
          <ac:spMkLst>
            <pc:docMk/>
            <pc:sldMk cId="143965585" sldId="289"/>
            <ac:spMk id="11" creationId="{17FF1C66-FBB9-419F-9868-6BEF0CC91245}"/>
          </ac:spMkLst>
        </pc:spChg>
        <pc:picChg chg="add del">
          <ac:chgData name="VG DM" userId="f8d70f6e8cb32f82" providerId="LiveId" clId="{7AEB94CC-64B5-40E3-BC12-23507DE0B077}" dt="2019-10-25T09:25:20.470" v="497" actId="478"/>
          <ac:picMkLst>
            <pc:docMk/>
            <pc:sldMk cId="143965585" sldId="289"/>
            <ac:picMk id="7" creationId="{7C73ACBE-43B2-401A-B281-091822585938}"/>
          </ac:picMkLst>
        </pc:picChg>
        <pc:picChg chg="add del mod">
          <ac:chgData name="VG DM" userId="f8d70f6e8cb32f82" providerId="LiveId" clId="{7AEB94CC-64B5-40E3-BC12-23507DE0B077}" dt="2019-10-25T09:24:52.158" v="490"/>
          <ac:picMkLst>
            <pc:docMk/>
            <pc:sldMk cId="143965585" sldId="289"/>
            <ac:picMk id="8" creationId="{2B75A07A-3791-4A31-A718-384059053FAF}"/>
          </ac:picMkLst>
        </pc:picChg>
      </pc:sldChg>
      <pc:sldChg chg="addSp delSp modSp add del setBg">
        <pc:chgData name="VG DM" userId="f8d70f6e8cb32f82" providerId="LiveId" clId="{7AEB94CC-64B5-40E3-BC12-23507DE0B077}" dt="2019-10-25T10:15:59.551" v="1023" actId="2696"/>
        <pc:sldMkLst>
          <pc:docMk/>
          <pc:sldMk cId="2414208989" sldId="289"/>
        </pc:sldMkLst>
        <pc:spChg chg="add mod">
          <ac:chgData name="VG DM" userId="f8d70f6e8cb32f82" providerId="LiveId" clId="{7AEB94CC-64B5-40E3-BC12-23507DE0B077}" dt="2019-10-25T09:41:23.640" v="648" actId="14100"/>
          <ac:spMkLst>
            <pc:docMk/>
            <pc:sldMk cId="2414208989" sldId="289"/>
            <ac:spMk id="5" creationId="{748EF850-1E62-4542-9D33-53535A94ADA3}"/>
          </ac:spMkLst>
        </pc:spChg>
        <pc:spChg chg="add del mod">
          <ac:chgData name="VG DM" userId="f8d70f6e8cb32f82" providerId="LiveId" clId="{7AEB94CC-64B5-40E3-BC12-23507DE0B077}" dt="2019-10-25T09:40:41.358" v="639" actId="478"/>
          <ac:spMkLst>
            <pc:docMk/>
            <pc:sldMk cId="2414208989" sldId="289"/>
            <ac:spMk id="6" creationId="{514A83A1-BF3D-5C42-86E1-7DE7E76DA37F}"/>
          </ac:spMkLst>
        </pc:spChg>
        <pc:spChg chg="add del mod">
          <ac:chgData name="VG DM" userId="f8d70f6e8cb32f82" providerId="LiveId" clId="{7AEB94CC-64B5-40E3-BC12-23507DE0B077}" dt="2019-10-25T09:40:41.358" v="639" actId="478"/>
          <ac:spMkLst>
            <pc:docMk/>
            <pc:sldMk cId="2414208989" sldId="289"/>
            <ac:spMk id="7" creationId="{0ED27A68-C2C3-47FF-AA72-88D9A35566FF}"/>
          </ac:spMkLst>
        </pc:spChg>
        <pc:spChg chg="add mod">
          <ac:chgData name="VG DM" userId="f8d70f6e8cb32f82" providerId="LiveId" clId="{7AEB94CC-64B5-40E3-BC12-23507DE0B077}" dt="2019-10-25T09:41:19.577" v="647" actId="1076"/>
          <ac:spMkLst>
            <pc:docMk/>
            <pc:sldMk cId="2414208989" sldId="289"/>
            <ac:spMk id="8" creationId="{3F533106-9439-4756-8A31-E96CAEB6EE40}"/>
          </ac:spMkLst>
        </pc:spChg>
        <pc:picChg chg="add del mod">
          <ac:chgData name="VG DM" userId="f8d70f6e8cb32f82" providerId="LiveId" clId="{7AEB94CC-64B5-40E3-BC12-23507DE0B077}" dt="2019-10-25T09:40:41.358" v="639" actId="478"/>
          <ac:picMkLst>
            <pc:docMk/>
            <pc:sldMk cId="2414208989" sldId="289"/>
            <ac:picMk id="3" creationId="{245A571D-AF8D-44D2-9814-0EEDA71A536D}"/>
          </ac:picMkLst>
        </pc:picChg>
        <pc:picChg chg="add">
          <ac:chgData name="VG DM" userId="f8d70f6e8cb32f82" providerId="LiveId" clId="{7AEB94CC-64B5-40E3-BC12-23507DE0B077}" dt="2019-10-25T09:40:50.381" v="640"/>
          <ac:picMkLst>
            <pc:docMk/>
            <pc:sldMk cId="2414208989" sldId="289"/>
            <ac:picMk id="9" creationId="{1ED10B1F-E21E-4292-8892-ECA4BCDEE30B}"/>
          </ac:picMkLst>
        </pc:picChg>
      </pc:sldChg>
      <pc:sldChg chg="modSp add">
        <pc:chgData name="VG DM" userId="f8d70f6e8cb32f82" providerId="LiveId" clId="{7AEB94CC-64B5-40E3-BC12-23507DE0B077}" dt="2019-10-25T12:25:51.387" v="1163" actId="20577"/>
        <pc:sldMkLst>
          <pc:docMk/>
          <pc:sldMk cId="555170930" sldId="290"/>
        </pc:sldMkLst>
        <pc:spChg chg="mod">
          <ac:chgData name="VG DM" userId="f8d70f6e8cb32f82" providerId="LiveId" clId="{7AEB94CC-64B5-40E3-BC12-23507DE0B077}" dt="2019-10-25T12:25:51.387" v="1163" actId="20577"/>
          <ac:spMkLst>
            <pc:docMk/>
            <pc:sldMk cId="555170930" sldId="290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2:33:24.971" v="1230" actId="20577"/>
        <pc:sldMkLst>
          <pc:docMk/>
          <pc:sldMk cId="693313709" sldId="291"/>
        </pc:sldMkLst>
        <pc:spChg chg="mod">
          <ac:chgData name="VG DM" userId="f8d70f6e8cb32f82" providerId="LiveId" clId="{7AEB94CC-64B5-40E3-BC12-23507DE0B077}" dt="2019-10-25T12:33:24.971" v="1230" actId="20577"/>
          <ac:spMkLst>
            <pc:docMk/>
            <pc:sldMk cId="693313709" sldId="291"/>
            <ac:spMk id="6" creationId="{07B77D7F-DDA1-4A7E-B50B-82987BDA2A4A}"/>
          </ac:spMkLst>
        </pc:spChg>
      </pc:sldChg>
      <pc:sldChg chg="add del">
        <pc:chgData name="VG DM" userId="f8d70f6e8cb32f82" providerId="LiveId" clId="{7AEB94CC-64B5-40E3-BC12-23507DE0B077}" dt="2019-10-25T10:09:45.545" v="901" actId="2696"/>
        <pc:sldMkLst>
          <pc:docMk/>
          <pc:sldMk cId="883373889" sldId="292"/>
        </pc:sldMkLst>
      </pc:sldChg>
      <pc:sldChg chg="modSp add">
        <pc:chgData name="VG DM" userId="f8d70f6e8cb32f82" providerId="LiveId" clId="{7AEB94CC-64B5-40E3-BC12-23507DE0B077}" dt="2019-10-25T12:33:49.328" v="1234" actId="2711"/>
        <pc:sldMkLst>
          <pc:docMk/>
          <pc:sldMk cId="500021534" sldId="293"/>
        </pc:sldMkLst>
        <pc:spChg chg="mod">
          <ac:chgData name="VG DM" userId="f8d70f6e8cb32f82" providerId="LiveId" clId="{7AEB94CC-64B5-40E3-BC12-23507DE0B077}" dt="2019-10-25T12:33:49.328" v="1234" actId="2711"/>
          <ac:spMkLst>
            <pc:docMk/>
            <pc:sldMk cId="500021534" sldId="293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2:34:39.719" v="1238" actId="1076"/>
        <pc:sldMkLst>
          <pc:docMk/>
          <pc:sldMk cId="2388032161" sldId="294"/>
        </pc:sldMkLst>
        <pc:spChg chg="mod">
          <ac:chgData name="VG DM" userId="f8d70f6e8cb32f82" providerId="LiveId" clId="{7AEB94CC-64B5-40E3-BC12-23507DE0B077}" dt="2019-10-25T12:34:39.719" v="1238" actId="1076"/>
          <ac:spMkLst>
            <pc:docMk/>
            <pc:sldMk cId="2388032161" sldId="294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2:35:25.832" v="1245" actId="1076"/>
        <pc:sldMkLst>
          <pc:docMk/>
          <pc:sldMk cId="76857127" sldId="295"/>
        </pc:sldMkLst>
        <pc:spChg chg="mod">
          <ac:chgData name="VG DM" userId="f8d70f6e8cb32f82" providerId="LiveId" clId="{7AEB94CC-64B5-40E3-BC12-23507DE0B077}" dt="2019-10-25T12:35:25.832" v="1245" actId="1076"/>
          <ac:spMkLst>
            <pc:docMk/>
            <pc:sldMk cId="76857127" sldId="295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2:36:19.122" v="1251" actId="1076"/>
        <pc:sldMkLst>
          <pc:docMk/>
          <pc:sldMk cId="652506141" sldId="296"/>
        </pc:sldMkLst>
        <pc:spChg chg="mod">
          <ac:chgData name="VG DM" userId="f8d70f6e8cb32f82" providerId="LiveId" clId="{7AEB94CC-64B5-40E3-BC12-23507DE0B077}" dt="2019-10-25T12:36:19.122" v="1251" actId="1076"/>
          <ac:spMkLst>
            <pc:docMk/>
            <pc:sldMk cId="652506141" sldId="296"/>
            <ac:spMk id="6" creationId="{07B77D7F-DDA1-4A7E-B50B-82987BDA2A4A}"/>
          </ac:spMkLst>
        </pc:spChg>
      </pc:sldChg>
      <pc:sldChg chg="add del">
        <pc:chgData name="VG DM" userId="f8d70f6e8cb32f82" providerId="LiveId" clId="{7AEB94CC-64B5-40E3-BC12-23507DE0B077}" dt="2019-10-25T10:12:48.399" v="984"/>
        <pc:sldMkLst>
          <pc:docMk/>
          <pc:sldMk cId="1987555962" sldId="296"/>
        </pc:sldMkLst>
      </pc:sldChg>
      <pc:sldChg chg="add del">
        <pc:chgData name="VG DM" userId="f8d70f6e8cb32f82" providerId="LiveId" clId="{7AEB94CC-64B5-40E3-BC12-23507DE0B077}" dt="2019-10-25T10:12:48.248" v="983"/>
        <pc:sldMkLst>
          <pc:docMk/>
          <pc:sldMk cId="1249407097" sldId="297"/>
        </pc:sldMkLst>
      </pc:sldChg>
      <pc:sldChg chg="modSp add del">
        <pc:chgData name="VG DM" userId="f8d70f6e8cb32f82" providerId="LiveId" clId="{7AEB94CC-64B5-40E3-BC12-23507DE0B077}" dt="2019-10-25T10:14:24.501" v="1015" actId="2696"/>
        <pc:sldMkLst>
          <pc:docMk/>
          <pc:sldMk cId="3618793227" sldId="297"/>
        </pc:sldMkLst>
        <pc:spChg chg="mod">
          <ac:chgData name="VG DM" userId="f8d70f6e8cb32f82" providerId="LiveId" clId="{7AEB94CC-64B5-40E3-BC12-23507DE0B077}" dt="2019-10-25T10:13:54.506" v="1000" actId="20577"/>
          <ac:spMkLst>
            <pc:docMk/>
            <pc:sldMk cId="3618793227" sldId="297"/>
            <ac:spMk id="6" creationId="{07B77D7F-DDA1-4A7E-B50B-82987BDA2A4A}"/>
          </ac:spMkLst>
        </pc:spChg>
      </pc:sldChg>
      <pc:sldChg chg="modSp add">
        <pc:chgData name="VG DM" userId="f8d70f6e8cb32f82" providerId="LiveId" clId="{7AEB94CC-64B5-40E3-BC12-23507DE0B077}" dt="2019-10-25T12:38:16.635" v="1281" actId="1076"/>
        <pc:sldMkLst>
          <pc:docMk/>
          <pc:sldMk cId="3182914450" sldId="298"/>
        </pc:sldMkLst>
        <pc:spChg chg="mod">
          <ac:chgData name="VG DM" userId="f8d70f6e8cb32f82" providerId="LiveId" clId="{7AEB94CC-64B5-40E3-BC12-23507DE0B077}" dt="2019-10-25T12:38:16.635" v="1281" actId="1076"/>
          <ac:spMkLst>
            <pc:docMk/>
            <pc:sldMk cId="3182914450" sldId="298"/>
            <ac:spMk id="6" creationId="{07B77D7F-DDA1-4A7E-B50B-82987BDA2A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63B36A-6A09-4138-B232-3BB879140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E2514DC-FEB9-4DA8-A468-04C984E5C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F493E7-47A2-4ED2-A16A-D69C2142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C027D9-7EFF-4820-9799-4DCA0A3F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5206CC-D392-4F83-A160-98137A2BE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7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E75A8B-C80F-4021-84DA-77ED560B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8873B2-3DA7-445D-985D-29D10ECF3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AFB425-5959-41F3-8E5C-4F7E6A0B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1D6E48-E87A-44F8-A624-B6C3FD18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49B8587-2FAC-460C-A214-D15146854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86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2A25BA-A857-4001-85C7-91169DDC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25E22F0-581F-42AF-90E8-8C912A33E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4B9F5A-202D-45F8-9BAF-4C257D36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7522D45-053A-40A9-82C8-91A854B9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95B92AB-D432-4BF2-87F0-D45903D2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95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80E723-498A-4B50-84D4-7AF1099C9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EF86A9-EBA0-4F04-9832-675892FA8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F6E712F-86C5-467E-BC22-E0B6E489E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731ED8-42E6-4550-9746-101249EA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C1861D1-3C48-48B4-9AEB-5A143266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93B8F73-9864-4110-A5F2-2B899CC8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6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2B34B1-0D5B-4BC4-8A24-EF569C0CF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1A959FC-FC89-460D-B5BA-19C2C06AE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23484-23EB-4413-8540-71E14DE44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A808F40-B723-48D7-929B-13E39B010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A67A167-1BAC-4C20-86E2-6626791A0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7ACB11-8A1E-40EB-BB9C-B3ECAA200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46EBB28-6C74-448E-9E63-A8E9AE45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330E905-D643-40C8-88E7-5AE76E6A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3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14C92F-1E48-4730-8D75-DCE0B496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D248F2B-7C5B-4861-8414-CF308D75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6057945-C27D-4FD0-8C9F-B2C9014C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240F069-1331-4653-BDF4-28FED941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2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5AAD21B-55C4-4F49-B77D-C40167F4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E235475-019F-4A13-9A67-4FB8D661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1C6E61-6CC3-4BB4-A44B-5EBA9BD6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022A20-737E-499A-A2A3-0DFC9514D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0B31ED-3267-492D-BC69-F40EC592A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7B45F2B-3263-4E01-9A32-4A5029E9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A897876-7E34-45B5-B59D-C1E2315C8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BB73C93-F2B4-47E0-9AD9-309A8F56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08219B4-EBDB-4E34-8352-81CA779DA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EF2D5E-D8B2-4F7F-A865-98DE649D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C37263E-43B6-421C-AA5A-DE9674E2E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070D7F4-A6EC-45C1-AE9A-E33D6051D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DD9EA3-7D98-46DE-B35A-22AD4D42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3DCD2AC-34DC-427E-8E1A-B7274BD2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13C703-22CF-4058-856C-987BD100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AE126F-4267-439D-91CA-ED113686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E8E3B7A-4A77-427A-AF9C-E6E46F0CD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E27404-CFD1-4630-9D82-D2526A246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B525A7-7399-4C63-9E32-F4CBBF41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89A5B6-CDD1-467E-A4C9-A5B27C92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966557A-14F3-4504-9499-3BE96C12E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A55C960-3156-4E71-9B9C-7A51E4A0F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E83A5A-FAAE-4F10-B81A-B22A554B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137A42-9DAF-45B2-B560-C27A9CF9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807EB3-668A-4B55-91E9-CECB2325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08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408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0010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1997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3624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334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23755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242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0892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27074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86345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5089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6D643FE-8621-4ADA-91E4-90F10158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C51DCD3-8D39-480E-B3DA-109D7362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F85C6B-6BAC-462C-88AD-B5C10418E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47377-4A2D-43C0-88A3-D6EA3A9D0425}" type="datetimeFigureOut">
              <a:rPr lang="en-US" smtClean="0"/>
              <a:t>10/25/2019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04F46F-A89A-4B85-BDCB-3A73D3CBA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3FC5DC-3687-4680-AC0E-D780F71E4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F978E-388D-444A-8B71-469533D723A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1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0C88C-1D94-4B43-97BD-577A883FD277}" type="datetimeFigureOut">
              <a:rPr lang="it-IT" smtClean="0"/>
              <a:t>25/10/2019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DFA7E-F2FB-42A3-BC8E-76B4A218BB8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80317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sv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ED27A68-C2C3-47FF-AA72-88D9A35566FF}"/>
              </a:ext>
            </a:extLst>
          </p:cNvPr>
          <p:cNvSpPr/>
          <p:nvPr/>
        </p:nvSpPr>
        <p:spPr>
          <a:xfrm>
            <a:off x="6073140" y="1236114"/>
            <a:ext cx="45719" cy="41611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A83A1-BF3D-5C42-86E1-7DE7E76DA37F}"/>
              </a:ext>
            </a:extLst>
          </p:cNvPr>
          <p:cNvSpPr txBox="1"/>
          <p:nvPr/>
        </p:nvSpPr>
        <p:spPr>
          <a:xfrm>
            <a:off x="6406950" y="2844224"/>
            <a:ext cx="31864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7000" b="1" spc="600" dirty="0">
                <a:latin typeface="DIN Pro Light" panose="020B0504020101010102" pitchFamily="34" charset="0"/>
                <a:cs typeface="DIN Pro Light" panose="020B0504020101010102" pitchFamily="34" charset="0"/>
              </a:rPr>
              <a:t>B</a:t>
            </a:r>
            <a:r>
              <a:rPr lang="it-IT" sz="3200" b="1" spc="600" dirty="0">
                <a:latin typeface="DIN Pro Light" panose="020B0504020101010102" pitchFamily="34" charset="0"/>
                <a:cs typeface="DIN Pro Light" panose="020B0504020101010102" pitchFamily="34" charset="0"/>
              </a:rPr>
              <a:t> </a:t>
            </a:r>
            <a:r>
              <a:rPr lang="it-IT" sz="7000" b="1" spc="600" dirty="0">
                <a:latin typeface="DIN Pro Light" panose="020B0504020101010102" pitchFamily="34" charset="0"/>
                <a:cs typeface="DIN Pro Light" panose="020B0504020101010102" pitchFamily="34" charset="0"/>
              </a:rPr>
              <a:t>I</a:t>
            </a:r>
            <a:r>
              <a:rPr lang="it-IT" sz="3200" b="1" spc="600" dirty="0">
                <a:latin typeface="DIN Pro Light" panose="020B0504020101010102" pitchFamily="34" charset="0"/>
                <a:cs typeface="DIN Pro Light" panose="020B0504020101010102" pitchFamily="34" charset="0"/>
              </a:rPr>
              <a:t> </a:t>
            </a:r>
            <a:r>
              <a:rPr lang="it-IT" sz="7000" b="1" spc="600" dirty="0">
                <a:latin typeface="DIN Pro Light" panose="020B0504020101010102" pitchFamily="34" charset="0"/>
                <a:cs typeface="DIN Pro Light" panose="020B0504020101010102" pitchFamily="34" charset="0"/>
              </a:rPr>
              <a:t>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45A571D-AF8D-44D2-9814-0EEDA71A53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3400031" y="1334138"/>
            <a:ext cx="2385018" cy="39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4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FF3D692F-9C43-4B51-BF84-B666EF3BCB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5108947" y="1077260"/>
            <a:ext cx="1933786" cy="3193462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0FDC456C-3D85-4FD5-B2DF-F945DBE564B2}"/>
              </a:ext>
            </a:extLst>
          </p:cNvPr>
          <p:cNvSpPr txBox="1"/>
          <p:nvPr/>
        </p:nvSpPr>
        <p:spPr>
          <a:xfrm>
            <a:off x="5149266" y="4551870"/>
            <a:ext cx="1893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u="none" strike="noStrike" kern="1200" cap="none" spc="0" normalizeH="0" baseline="0" noProof="0" dirty="0">
                <a:ln>
                  <a:noFill/>
                </a:ln>
                <a:solidFill>
                  <a:srgbClr val="FF7200"/>
                </a:solidFill>
                <a:effectLst/>
                <a:uLnTx/>
                <a:uFillTx/>
                <a:latin typeface="DIN Pro Light" panose="020B0504020101010102" pitchFamily="34" charset="0"/>
                <a:cs typeface="DIN Pro Light" panose="020B0504020101010102" pitchFamily="34" charset="0"/>
              </a:rPr>
              <a:t>V</a:t>
            </a:r>
            <a:r>
              <a:rPr lang="it-IT" sz="4800" dirty="0">
                <a:solidFill>
                  <a:prstClr val="white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IDEO</a:t>
            </a:r>
            <a:endParaRPr kumimoji="0" lang="it-IT" sz="4800" b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 Pro Light" panose="020B0504020101010102" pitchFamily="34" charset="0"/>
              <a:cs typeface="DIN Pro Light" panose="020B050402010101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1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:a16="http://schemas.microsoft.com/office/drawing/2014/main" id="{7960D24C-6977-4CD3-B958-EA0147343DBF}"/>
              </a:ext>
            </a:extLst>
          </p:cNvPr>
          <p:cNvGrpSpPr/>
          <p:nvPr/>
        </p:nvGrpSpPr>
        <p:grpSpPr>
          <a:xfrm>
            <a:off x="1967987" y="728664"/>
            <a:ext cx="8559900" cy="5400672"/>
            <a:chOff x="3799694" y="1348409"/>
            <a:chExt cx="6595347" cy="4161183"/>
          </a:xfrm>
        </p:grpSpPr>
        <p:sp>
          <p:nvSpPr>
            <p:cNvPr id="7" name="Rettangolo 6">
              <a:extLst>
                <a:ext uri="{FF2B5EF4-FFF2-40B4-BE49-F238E27FC236}">
                  <a16:creationId xmlns:a16="http://schemas.microsoft.com/office/drawing/2014/main" id="{0ED27A68-C2C3-47FF-AA72-88D9A35566FF}"/>
                </a:ext>
              </a:extLst>
            </p:cNvPr>
            <p:cNvSpPr/>
            <p:nvPr/>
          </p:nvSpPr>
          <p:spPr>
            <a:xfrm>
              <a:off x="6073141" y="1348409"/>
              <a:ext cx="45719" cy="416118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 Pro Light" panose="020B0504020101010102" pitchFamily="34" charset="0"/>
                <a:cs typeface="DIN Pro Light" panose="020B0504020101010102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3FB1FB5-0F1A-224C-912F-1EDDE05EA563}"/>
                </a:ext>
              </a:extLst>
            </p:cNvPr>
            <p:cNvSpPr txBox="1"/>
            <p:nvPr/>
          </p:nvSpPr>
          <p:spPr>
            <a:xfrm>
              <a:off x="6458520" y="2016794"/>
              <a:ext cx="2362999" cy="8537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srgbClr val="FF7200"/>
                  </a:solidFill>
                  <a:effectLst/>
                  <a:uLnTx/>
                  <a:uFillTx/>
                  <a:latin typeface="DIN Pro Light" panose="020B0504020101010102" pitchFamily="34" charset="0"/>
                  <a:cs typeface="DIN Pro Light" panose="020B0504020101010102" pitchFamily="34" charset="0"/>
                </a:rPr>
                <a:t>B</a:t>
              </a: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 Pro Light" panose="020B0504020101010102" pitchFamily="34" charset="0"/>
                  <a:cs typeface="DIN Pro Light" panose="020B0504020101010102" pitchFamily="34" charset="0"/>
                </a:rPr>
                <a:t>EARZI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70C6FE0-1174-B14B-97EB-C5343A195060}"/>
                </a:ext>
              </a:extLst>
            </p:cNvPr>
            <p:cNvSpPr txBox="1"/>
            <p:nvPr/>
          </p:nvSpPr>
          <p:spPr>
            <a:xfrm>
              <a:off x="6458520" y="2919925"/>
              <a:ext cx="3936521" cy="85370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srgbClr val="00FFF3"/>
                  </a:solidFill>
                  <a:effectLst/>
                  <a:uLnTx/>
                  <a:uFillTx/>
                  <a:latin typeface="DIN Pro Light" panose="020B0504020101010102" pitchFamily="34" charset="0"/>
                  <a:cs typeface="DIN Pro Light" panose="020B0504020101010102" pitchFamily="34" charset="0"/>
                </a:rPr>
                <a:t>I</a:t>
              </a: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 Pro Light" panose="020B0504020101010102" pitchFamily="34" charset="0"/>
                  <a:cs typeface="DIN Pro Light" panose="020B0504020101010102" pitchFamily="34" charset="0"/>
                </a:rPr>
                <a:t>NNOVATION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F92AD92-58B8-8E4A-AD3B-46B60EFB49E8}"/>
                </a:ext>
              </a:extLst>
            </p:cNvPr>
            <p:cNvSpPr txBox="1"/>
            <p:nvPr/>
          </p:nvSpPr>
          <p:spPr>
            <a:xfrm>
              <a:off x="6458520" y="3853696"/>
              <a:ext cx="1852903" cy="853704"/>
            </a:xfrm>
            <a:prstGeom prst="rect">
              <a:avLst/>
            </a:prstGeom>
            <a:noFill/>
          </p:spPr>
          <p:txBody>
            <a:bodyPr wrap="none" rtlCol="0" anchor="b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srgbClr val="A39CB2"/>
                  </a:solidFill>
                  <a:effectLst/>
                  <a:uLnTx/>
                  <a:uFillTx/>
                  <a:latin typeface="DIN Pro Light" panose="020B0504020101010102" pitchFamily="34" charset="0"/>
                  <a:cs typeface="DIN Pro Light" panose="020B0504020101010102" pitchFamily="34" charset="0"/>
                </a:rPr>
                <a:t>T</a:t>
              </a:r>
              <a:r>
                <a:rPr kumimoji="0" lang="it-IT" sz="6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IN Pro Light" panose="020B0504020101010102" pitchFamily="34" charset="0"/>
                  <a:cs typeface="DIN Pro Light" panose="020B0504020101010102" pitchFamily="34" charset="0"/>
                </a:rPr>
                <a:t>EAM</a:t>
              </a:r>
            </a:p>
          </p:txBody>
        </p:sp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E89026FC-51A5-434A-909E-93F2C8166E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89" t="5489" r="28789" b="24458"/>
            <a:stretch/>
          </p:blipFill>
          <p:spPr>
            <a:xfrm>
              <a:off x="3799694" y="1832269"/>
              <a:ext cx="1933786" cy="31934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955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3824558" y="1842002"/>
            <a:ext cx="7309693" cy="280076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PROGETTO</a:t>
            </a:r>
          </a:p>
          <a:p>
            <a:endParaRPr lang="en-US" sz="4000" dirty="0">
              <a:solidFill>
                <a:schemeClr val="bg1"/>
              </a:solidFill>
              <a:latin typeface="Space Mono" panose="02000509040000020004" pitchFamily="49" charset="0"/>
            </a:endParaRPr>
          </a:p>
          <a:p>
            <a:r>
              <a:rPr lang="en-US" sz="8000" dirty="0">
                <a:solidFill>
                  <a:srgbClr val="04DFD3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IoT</a:t>
            </a:r>
            <a:r>
              <a:rPr lang="en-US" sz="9600" dirty="0">
                <a:solidFill>
                  <a:srgbClr val="04DFD3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 </a:t>
            </a:r>
            <a:r>
              <a:rPr lang="en-US" sz="8000" dirty="0">
                <a:solidFill>
                  <a:srgbClr val="04DFD3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Greenhouse</a:t>
            </a:r>
            <a:endParaRPr lang="en-US" sz="9600" dirty="0">
              <a:solidFill>
                <a:schemeClr val="bg1"/>
              </a:solidFill>
              <a:latin typeface="DIN Pro Light" panose="020B0504020101010102" pitchFamily="34" charset="0"/>
              <a:cs typeface="DIN Pro Light" panose="020B0504020101010102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9A93A0-0C60-498D-93A4-6800FAFEE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70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ttangolo 99">
            <a:extLst>
              <a:ext uri="{FF2B5EF4-FFF2-40B4-BE49-F238E27FC236}">
                <a16:creationId xmlns:a16="http://schemas.microsoft.com/office/drawing/2014/main" id="{8715AE51-2B15-425E-9FF5-9C0A9CC925FE}"/>
              </a:ext>
            </a:extLst>
          </p:cNvPr>
          <p:cNvSpPr/>
          <p:nvPr/>
        </p:nvSpPr>
        <p:spPr>
          <a:xfrm>
            <a:off x="5396540" y="1237783"/>
            <a:ext cx="3081405" cy="2419817"/>
          </a:xfrm>
          <a:prstGeom prst="rect">
            <a:avLst/>
          </a:prstGeom>
          <a:noFill/>
          <a:ln w="60325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01" name="Rettangolo 100">
            <a:extLst>
              <a:ext uri="{FF2B5EF4-FFF2-40B4-BE49-F238E27FC236}">
                <a16:creationId xmlns:a16="http://schemas.microsoft.com/office/drawing/2014/main" id="{68E2AE0B-2686-4B1B-BFE6-2C8A23316CFA}"/>
              </a:ext>
            </a:extLst>
          </p:cNvPr>
          <p:cNvSpPr/>
          <p:nvPr/>
        </p:nvSpPr>
        <p:spPr>
          <a:xfrm>
            <a:off x="5396540" y="3657600"/>
            <a:ext cx="3081404" cy="2575582"/>
          </a:xfrm>
          <a:prstGeom prst="rect">
            <a:avLst/>
          </a:prstGeom>
          <a:noFill/>
          <a:ln w="60325" cap="rnd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102" name="Elemento grafico 101" descr="Succulento">
            <a:extLst>
              <a:ext uri="{FF2B5EF4-FFF2-40B4-BE49-F238E27FC236}">
                <a16:creationId xmlns:a16="http://schemas.microsoft.com/office/drawing/2014/main" id="{B679E30A-E36F-4F12-9A7A-A2A89E5A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0651" y="2300682"/>
            <a:ext cx="1128318" cy="1128318"/>
          </a:xfrm>
          <a:prstGeom prst="rect">
            <a:avLst/>
          </a:prstGeom>
        </p:spPr>
      </p:pic>
      <p:pic>
        <p:nvPicPr>
          <p:cNvPr id="103" name="Picture 2" descr="Risultati immagini per robot icon">
            <a:extLst>
              <a:ext uri="{FF2B5EF4-FFF2-40B4-BE49-F238E27FC236}">
                <a16:creationId xmlns:a16="http://schemas.microsoft.com/office/drawing/2014/main" id="{7BCA0AB5-5CD0-4DAA-99CB-D8CA318BF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051" y="2266475"/>
            <a:ext cx="987625" cy="98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8" descr="Risultati immagini per arduino icon">
            <a:extLst>
              <a:ext uri="{FF2B5EF4-FFF2-40B4-BE49-F238E27FC236}">
                <a16:creationId xmlns:a16="http://schemas.microsoft.com/office/drawing/2014/main" id="{962099D7-D315-4A81-9E79-4EB158C1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87" y="4531603"/>
            <a:ext cx="684892" cy="68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14" descr="Immagine correlata">
            <a:extLst>
              <a:ext uri="{FF2B5EF4-FFF2-40B4-BE49-F238E27FC236}">
                <a16:creationId xmlns:a16="http://schemas.microsoft.com/office/drawing/2014/main" id="{D865012B-F7C5-4ABA-B024-EF1280F01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648" y="5656686"/>
            <a:ext cx="899160" cy="899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8" descr="Risultati immagini per arduino icon">
            <a:extLst>
              <a:ext uri="{FF2B5EF4-FFF2-40B4-BE49-F238E27FC236}">
                <a16:creationId xmlns:a16="http://schemas.microsoft.com/office/drawing/2014/main" id="{B89B7CB1-CAE3-4DC2-B88C-B0F2B78AD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936" y="4531603"/>
            <a:ext cx="684892" cy="68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CasellaDiTesto 111">
            <a:extLst>
              <a:ext uri="{FF2B5EF4-FFF2-40B4-BE49-F238E27FC236}">
                <a16:creationId xmlns:a16="http://schemas.microsoft.com/office/drawing/2014/main" id="{B77DAF63-01DF-4FD9-916B-79C23382EC2B}"/>
              </a:ext>
            </a:extLst>
          </p:cNvPr>
          <p:cNvSpPr txBox="1"/>
          <p:nvPr/>
        </p:nvSpPr>
        <p:spPr>
          <a:xfrm>
            <a:off x="8645043" y="2637807"/>
            <a:ext cx="2185106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>
            <a:defPPr>
              <a:defRPr lang="it-IT"/>
            </a:defPPr>
            <a:lvl1pPr defTabSz="457200">
              <a:defRPr sz="1600" b="1">
                <a:solidFill>
                  <a:srgbClr val="FF7F29"/>
                </a:solidFill>
                <a:latin typeface="DIN Pro Light" panose="020B0504020101010102" pitchFamily="34" charset="0"/>
                <a:cs typeface="DIN Pro Light" panose="020B0504020101010102" pitchFamily="34" charset="0"/>
              </a:defRPr>
            </a:lvl1pPr>
          </a:lstStyle>
          <a:p>
            <a:r>
              <a:rPr lang="en-US" sz="2400" b="0" dirty="0">
                <a:solidFill>
                  <a:srgbClr val="04DFD3"/>
                </a:solidFill>
              </a:rPr>
              <a:t>R</a:t>
            </a:r>
            <a:r>
              <a:rPr lang="en-US" sz="2400" b="0" dirty="0">
                <a:solidFill>
                  <a:schemeClr val="bg1"/>
                </a:solidFill>
              </a:rPr>
              <a:t>OBOT </a:t>
            </a:r>
          </a:p>
          <a:p>
            <a:r>
              <a:rPr lang="en-US" sz="2400" b="0" dirty="0">
                <a:solidFill>
                  <a:schemeClr val="bg1"/>
                </a:solidFill>
              </a:rPr>
              <a:t>TUTTOFARE</a:t>
            </a:r>
          </a:p>
        </p:txBody>
      </p: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69B3D4F8-01CA-4115-BF59-BE41A03FB662}"/>
              </a:ext>
            </a:extLst>
          </p:cNvPr>
          <p:cNvSpPr txBox="1"/>
          <p:nvPr/>
        </p:nvSpPr>
        <p:spPr>
          <a:xfrm>
            <a:off x="9834149" y="4469337"/>
            <a:ext cx="1753945" cy="1200329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sz="24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W</a:t>
            </a:r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EB APP</a:t>
            </a:r>
          </a:p>
          <a:p>
            <a:pPr algn="ctr" defTabSz="457200"/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GESTIONE SISTEMI</a:t>
            </a:r>
          </a:p>
        </p:txBody>
      </p:sp>
      <p:sp>
        <p:nvSpPr>
          <p:cNvPr id="116" name="CasellaDiTesto 115">
            <a:extLst>
              <a:ext uri="{FF2B5EF4-FFF2-40B4-BE49-F238E27FC236}">
                <a16:creationId xmlns:a16="http://schemas.microsoft.com/office/drawing/2014/main" id="{7302CCDD-36A2-4DED-B845-8010F80CF03F}"/>
              </a:ext>
            </a:extLst>
          </p:cNvPr>
          <p:cNvSpPr txBox="1"/>
          <p:nvPr/>
        </p:nvSpPr>
        <p:spPr>
          <a:xfrm>
            <a:off x="3495831" y="4521696"/>
            <a:ext cx="1609518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>
            <a:defPPr rtl="0">
              <a:defRPr lang="it-it"/>
            </a:defPPr>
            <a:lvl1pPr>
              <a:defRPr sz="1600">
                <a:gradFill>
                  <a:gsLst>
                    <a:gs pos="0">
                      <a:srgbClr val="DCE35B"/>
                    </a:gs>
                    <a:gs pos="100000">
                      <a:srgbClr val="45B649"/>
                    </a:gs>
                  </a:gsLst>
                  <a:lin ang="5400000" scaled="1"/>
                </a:gradFill>
                <a:latin typeface="DIN Medium" panose="02020500000000000000" pitchFamily="18" charset="0"/>
              </a:defRPr>
            </a:lvl1pPr>
          </a:lstStyle>
          <a:p>
            <a:pPr marL="0" marR="0" lvl="0" indent="0" algn="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4CDC0"/>
                </a:solidFill>
                <a:effectLst/>
                <a:uLnTx/>
                <a:uFillTx/>
                <a:latin typeface="DIN Pro Light" panose="020B0504020101010102" pitchFamily="34" charset="0"/>
                <a:cs typeface="DIN Pro Light" panose="020B0504020101010102" pitchFamily="34" charset="0"/>
              </a:rPr>
              <a:t>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DIN Pro Light" panose="020B0504020101010102" pitchFamily="34" charset="0"/>
                <a:cs typeface="DIN Pro Light" panose="020B0504020101010102" pitchFamily="34" charset="0"/>
              </a:rPr>
              <a:t>ENSORI</a:t>
            </a:r>
          </a:p>
        </p:txBody>
      </p:sp>
      <p:pic>
        <p:nvPicPr>
          <p:cNvPr id="118" name="Picture 16" descr="Immagine correlata">
            <a:extLst>
              <a:ext uri="{FF2B5EF4-FFF2-40B4-BE49-F238E27FC236}">
                <a16:creationId xmlns:a16="http://schemas.microsoft.com/office/drawing/2014/main" id="{7D10E122-5269-48F7-BC3E-5115B5A1E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142" y="5567708"/>
            <a:ext cx="543722" cy="54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0" descr="Risultati immagini per cables icon">
            <a:extLst>
              <a:ext uri="{FF2B5EF4-FFF2-40B4-BE49-F238E27FC236}">
                <a16:creationId xmlns:a16="http://schemas.microsoft.com/office/drawing/2014/main" id="{CD0E7EC2-4000-48DF-BD3B-19C1BBA57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157" y="5581185"/>
            <a:ext cx="543722" cy="54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CasellaDiTesto 119">
            <a:extLst>
              <a:ext uri="{FF2B5EF4-FFF2-40B4-BE49-F238E27FC236}">
                <a16:creationId xmlns:a16="http://schemas.microsoft.com/office/drawing/2014/main" id="{D89EEC65-E5D6-44B8-B0DF-C7ED804E8B7F}"/>
              </a:ext>
            </a:extLst>
          </p:cNvPr>
          <p:cNvSpPr txBox="1"/>
          <p:nvPr/>
        </p:nvSpPr>
        <p:spPr>
          <a:xfrm>
            <a:off x="5396541" y="199017"/>
            <a:ext cx="3081404" cy="830997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dirty="0">
                <a:solidFill>
                  <a:srgbClr val="FF7F29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C</a:t>
            </a:r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OSTRUZIONE SERRA</a:t>
            </a:r>
          </a:p>
        </p:txBody>
      </p:sp>
      <p:sp>
        <p:nvSpPr>
          <p:cNvPr id="122" name="CasellaDiTesto 121">
            <a:extLst>
              <a:ext uri="{FF2B5EF4-FFF2-40B4-BE49-F238E27FC236}">
                <a16:creationId xmlns:a16="http://schemas.microsoft.com/office/drawing/2014/main" id="{F36969A5-FF20-4F15-83F3-52A3E6A2092A}"/>
              </a:ext>
            </a:extLst>
          </p:cNvPr>
          <p:cNvSpPr txBox="1"/>
          <p:nvPr/>
        </p:nvSpPr>
        <p:spPr>
          <a:xfrm>
            <a:off x="3229480" y="5706047"/>
            <a:ext cx="1873548" cy="4616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r" defTabSz="457200"/>
            <a:r>
              <a:rPr lang="en-US" sz="24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C</a:t>
            </a:r>
            <a:r>
              <a:rPr lang="en-US" sz="24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ABLAGGIO</a:t>
            </a:r>
          </a:p>
        </p:txBody>
      </p:sp>
      <p:sp>
        <p:nvSpPr>
          <p:cNvPr id="132" name="Rettangolo 131">
            <a:extLst>
              <a:ext uri="{FF2B5EF4-FFF2-40B4-BE49-F238E27FC236}">
                <a16:creationId xmlns:a16="http://schemas.microsoft.com/office/drawing/2014/main" id="{346685BF-6EDE-45B0-B5B3-05B4D7311416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7" name="Immagine 136">
            <a:extLst>
              <a:ext uri="{FF2B5EF4-FFF2-40B4-BE49-F238E27FC236}">
                <a16:creationId xmlns:a16="http://schemas.microsoft.com/office/drawing/2014/main" id="{539BFD94-4AD5-4036-B27D-5CE638609B8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03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59981" y="1171147"/>
            <a:ext cx="9232019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solidFill>
                  <a:srgbClr val="04CBBD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S</a:t>
            </a:r>
            <a:r>
              <a:rPr lang="en-US" sz="80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ENSORI</a:t>
            </a:r>
            <a:endParaRPr lang="en-US" sz="13800" dirty="0">
              <a:solidFill>
                <a:schemeClr val="bg1"/>
              </a:solidFill>
              <a:latin typeface="DIN Pro Light" panose="020B0504020101010102" pitchFamily="34" charset="0"/>
              <a:cs typeface="DIN Pro Light" panose="020B0504020101010102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  <p:pic>
        <p:nvPicPr>
          <p:cNvPr id="7" name="Picture 8" descr="Risultati immagini per arduino icon">
            <a:extLst>
              <a:ext uri="{FF2B5EF4-FFF2-40B4-BE49-F238E27FC236}">
                <a16:creationId xmlns:a16="http://schemas.microsoft.com/office/drawing/2014/main" id="{93D2FD00-418C-4AED-B63B-9EB587226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611" y="3429000"/>
            <a:ext cx="2452778" cy="2452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isultati immagini per svg sensor">
            <a:extLst>
              <a:ext uri="{FF2B5EF4-FFF2-40B4-BE49-F238E27FC236}">
                <a16:creationId xmlns:a16="http://schemas.microsoft.com/office/drawing/2014/main" id="{96E092C1-64EE-48EA-BA51-5F53312FF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000" y="370288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971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7FF1C66-FBB9-419F-9868-6BEF0CC91245}"/>
              </a:ext>
            </a:extLst>
          </p:cNvPr>
          <p:cNvSpPr txBox="1"/>
          <p:nvPr/>
        </p:nvSpPr>
        <p:spPr>
          <a:xfrm>
            <a:off x="2959981" y="1243785"/>
            <a:ext cx="9232019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solidFill>
                  <a:srgbClr val="04CBBD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S</a:t>
            </a:r>
            <a:r>
              <a:rPr lang="en-US" sz="80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VILUPPO </a:t>
            </a:r>
            <a:r>
              <a:rPr lang="en-US" sz="80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F</a:t>
            </a:r>
            <a:r>
              <a:rPr lang="en-US" sz="80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ISICO</a:t>
            </a:r>
          </a:p>
        </p:txBody>
      </p:sp>
      <p:pic>
        <p:nvPicPr>
          <p:cNvPr id="13" name="Elemento grafico 12" descr="Chiodi">
            <a:extLst>
              <a:ext uri="{FF2B5EF4-FFF2-40B4-BE49-F238E27FC236}">
                <a16:creationId xmlns:a16="http://schemas.microsoft.com/office/drawing/2014/main" id="{9F5D8F2D-C15D-42D3-976A-3DA94190A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5990" y="3615285"/>
            <a:ext cx="2144618" cy="2144618"/>
          </a:xfrm>
          <a:prstGeom prst="rect">
            <a:avLst/>
          </a:prstGeom>
        </p:spPr>
      </p:pic>
      <p:pic>
        <p:nvPicPr>
          <p:cNvPr id="14" name="Elemento grafico 13" descr="Martello">
            <a:extLst>
              <a:ext uri="{FF2B5EF4-FFF2-40B4-BE49-F238E27FC236}">
                <a16:creationId xmlns:a16="http://schemas.microsoft.com/office/drawing/2014/main" id="{D0307F63-CEA8-4BFB-8ABC-3FDCA69EF9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1486" y="3429000"/>
            <a:ext cx="2209028" cy="220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7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 descr="Immagine correlata">
            <a:extLst>
              <a:ext uri="{FF2B5EF4-FFF2-40B4-BE49-F238E27FC236}">
                <a16:creationId xmlns:a16="http://schemas.microsoft.com/office/drawing/2014/main" id="{E7B3D2E0-402F-4A78-AF38-37A7376C1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460" y="3098987"/>
            <a:ext cx="2361340" cy="236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14262" y="1397673"/>
            <a:ext cx="9277737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0" dirty="0">
                <a:solidFill>
                  <a:srgbClr val="04CBBD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S</a:t>
            </a:r>
            <a:r>
              <a:rPr lang="en-US" sz="60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ITO WEB </a:t>
            </a:r>
            <a:r>
              <a:rPr lang="en-US" sz="60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P</a:t>
            </a:r>
            <a:r>
              <a:rPr lang="en-US" sz="60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ER GESTIONE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00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37120" y="1094099"/>
            <a:ext cx="9254879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rgbClr val="04CBBD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P</a:t>
            </a:r>
            <a:r>
              <a:rPr lang="en-US" sz="88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ERCORSO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94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59981" y="1098097"/>
            <a:ext cx="9232019" cy="1879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800" dirty="0">
                <a:solidFill>
                  <a:srgbClr val="04CBBD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I</a:t>
            </a:r>
            <a:r>
              <a:rPr lang="en-US" sz="88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NIZIO</a:t>
            </a:r>
            <a:endParaRPr lang="en-US" sz="13800" dirty="0">
              <a:solidFill>
                <a:schemeClr val="bg1"/>
              </a:solidFill>
              <a:latin typeface="DIN Pro Light" panose="020B0504020101010102" pitchFamily="34" charset="0"/>
              <a:cs typeface="DIN Pro Light" panose="020B0504020101010102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13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59981" y="1170549"/>
            <a:ext cx="9232019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solidFill>
                  <a:srgbClr val="04CBBD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A</a:t>
            </a:r>
            <a:r>
              <a:rPr lang="en-US" sz="80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PPRENDIMENTO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21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59981" y="1098097"/>
            <a:ext cx="9232019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rgbClr val="04CBBD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P</a:t>
            </a:r>
            <a:r>
              <a:rPr lang="en-US" sz="88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ROGETTAZIONE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3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59981" y="1108994"/>
            <a:ext cx="9232019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rgbClr val="04CBBD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C</a:t>
            </a:r>
            <a:r>
              <a:rPr lang="en-US" sz="88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OSTRUZIONE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7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59981" y="1098097"/>
            <a:ext cx="9232019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rgbClr val="04CBBD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S</a:t>
            </a:r>
            <a:r>
              <a:rPr lang="en-US" sz="88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VILUPPO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06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14262" y="1098097"/>
            <a:ext cx="9277738" cy="1879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8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P</a:t>
            </a:r>
            <a:r>
              <a:rPr lang="en-US" sz="88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ERCHÈ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7E902E-B40B-4F6E-B428-0FCFCFD0E6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60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14262" y="1098097"/>
            <a:ext cx="927773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R</a:t>
            </a:r>
            <a:r>
              <a:rPr lang="en-US" sz="72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ISULTATI</a:t>
            </a:r>
            <a:r>
              <a:rPr lang="en-US" sz="66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 </a:t>
            </a:r>
            <a:r>
              <a:rPr lang="en-US" sz="7200" dirty="0">
                <a:solidFill>
                  <a:srgbClr val="04DFD3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C</a:t>
            </a:r>
            <a:r>
              <a:rPr lang="en-US" sz="72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ONCRETI</a:t>
            </a:r>
            <a:endParaRPr lang="en-US" sz="6600" dirty="0">
              <a:solidFill>
                <a:schemeClr val="bg1"/>
              </a:solidFill>
              <a:latin typeface="DIN Pro Light" panose="020B0504020101010102" pitchFamily="34" charset="0"/>
              <a:cs typeface="DIN Pro Light" panose="020B0504020101010102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A9A93A0-0C60-498D-93A4-6800FAFEEA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051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14262" y="1098097"/>
            <a:ext cx="9232019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E</a:t>
            </a:r>
            <a:r>
              <a:rPr lang="en-US" sz="88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SPERIENZA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290218C-3E5C-46C5-897C-32463F4BCF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14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59981" y="1098097"/>
            <a:ext cx="9232019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rgbClr val="04DFD3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C</a:t>
            </a:r>
            <a:r>
              <a:rPr lang="en-US" sz="88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I DIVERTIAMO</a:t>
            </a:r>
            <a:endParaRPr lang="en-US" sz="8800" dirty="0">
              <a:solidFill>
                <a:srgbClr val="04DFD3"/>
              </a:solidFill>
              <a:latin typeface="DIN Pro Light" panose="020B0504020101010102" pitchFamily="34" charset="0"/>
              <a:cs typeface="DIN Pro Light" panose="020B0504020101010102" pitchFamily="34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4E41ADE-FB88-4DC0-84DB-A276A5E670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94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14262" y="1098097"/>
            <a:ext cx="9232018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dirty="0">
                <a:solidFill>
                  <a:srgbClr val="FF812A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P</a:t>
            </a:r>
            <a:r>
              <a:rPr lang="en-US" sz="66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ENSIAMO IN </a:t>
            </a:r>
            <a:r>
              <a:rPr lang="en-US" sz="6600" dirty="0">
                <a:solidFill>
                  <a:srgbClr val="04DFD3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G</a:t>
            </a:r>
            <a:r>
              <a:rPr lang="en-US" sz="66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RANDE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4E094A3-1574-409A-B3AB-EF16BC3B61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58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95552393-EEAF-4DF8-8571-CA1CB3FC59E9}"/>
              </a:ext>
            </a:extLst>
          </p:cNvPr>
          <p:cNvSpPr/>
          <p:nvPr/>
        </p:nvSpPr>
        <p:spPr>
          <a:xfrm>
            <a:off x="2914262" y="724872"/>
            <a:ext cx="45719" cy="50350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B77D7F-DDA1-4A7E-B50B-82987BDA2A4A}"/>
              </a:ext>
            </a:extLst>
          </p:cNvPr>
          <p:cNvSpPr txBox="1"/>
          <p:nvPr/>
        </p:nvSpPr>
        <p:spPr>
          <a:xfrm>
            <a:off x="2914262" y="1098097"/>
            <a:ext cx="9277737" cy="18797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800" dirty="0">
                <a:solidFill>
                  <a:srgbClr val="04DFD3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G</a:t>
            </a:r>
            <a:r>
              <a:rPr lang="en-US" sz="8800" dirty="0">
                <a:solidFill>
                  <a:schemeClr val="bg1"/>
                </a:solidFill>
                <a:latin typeface="DIN Pro Light" panose="020B0504020101010102" pitchFamily="34" charset="0"/>
                <a:cs typeface="DIN Pro Light" panose="020B0504020101010102" pitchFamily="34" charset="0"/>
              </a:rPr>
              <a:t>RAZIE!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5E95C2-75B5-4EE1-AE4E-0F1C5281E5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457076" y="1832269"/>
            <a:ext cx="1933786" cy="31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2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ED27A68-C2C3-47FF-AA72-88D9A35566FF}"/>
              </a:ext>
            </a:extLst>
          </p:cNvPr>
          <p:cNvSpPr/>
          <p:nvPr/>
        </p:nvSpPr>
        <p:spPr>
          <a:xfrm>
            <a:off x="6096000" y="1348408"/>
            <a:ext cx="45719" cy="41611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A83A1-BF3D-5C42-86E1-7DE7E76DA37F}"/>
              </a:ext>
            </a:extLst>
          </p:cNvPr>
          <p:cNvSpPr txBox="1"/>
          <p:nvPr/>
        </p:nvSpPr>
        <p:spPr>
          <a:xfrm>
            <a:off x="6431968" y="2705723"/>
            <a:ext cx="31864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800" b="0" i="0" u="none" strike="noStrike" kern="1200" cap="none" spc="6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IN" panose="00000400000000000000" pitchFamily="2" charset="0"/>
                <a:ea typeface="+mn-ea"/>
                <a:cs typeface="+mn-cs"/>
              </a:rPr>
              <a:t>B I 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245A571D-AF8D-44D2-9814-0EEDA71A53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89" t="5489" r="28789" b="24458"/>
          <a:stretch/>
        </p:blipFill>
        <p:spPr>
          <a:xfrm>
            <a:off x="3312149" y="1459684"/>
            <a:ext cx="2385018" cy="39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901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47</Words>
  <Application>Microsoft Office PowerPoint</Application>
  <PresentationFormat>Widescreen</PresentationFormat>
  <Paragraphs>31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21</vt:i4>
      </vt:variant>
    </vt:vector>
  </HeadingPairs>
  <TitlesOfParts>
    <vt:vector size="30" baseType="lpstr">
      <vt:lpstr>Arial</vt:lpstr>
      <vt:lpstr>Calibri Light</vt:lpstr>
      <vt:lpstr>Tw Cen MT</vt:lpstr>
      <vt:lpstr>Calibri</vt:lpstr>
      <vt:lpstr>Space Mono</vt:lpstr>
      <vt:lpstr>DIN</vt:lpstr>
      <vt:lpstr>DIN Pro Light</vt:lpstr>
      <vt:lpstr>Tema di Office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VG DM</dc:creator>
  <cp:lastModifiedBy>VG DM</cp:lastModifiedBy>
  <cp:revision>16</cp:revision>
  <cp:lastPrinted>2019-09-19T20:34:10Z</cp:lastPrinted>
  <dcterms:created xsi:type="dcterms:W3CDTF">2019-09-19T18:17:30Z</dcterms:created>
  <dcterms:modified xsi:type="dcterms:W3CDTF">2019-10-25T12:43:59Z</dcterms:modified>
</cp:coreProperties>
</file>