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9" r:id="rId4"/>
    <p:sldId id="284" r:id="rId5"/>
    <p:sldId id="256" r:id="rId6"/>
    <p:sldId id="280" r:id="rId7"/>
    <p:sldId id="283" r:id="rId8"/>
    <p:sldId id="261" r:id="rId9"/>
    <p:sldId id="262" r:id="rId10"/>
    <p:sldId id="264" r:id="rId11"/>
    <p:sldId id="265" r:id="rId12"/>
    <p:sldId id="266" r:id="rId13"/>
    <p:sldId id="267" r:id="rId14"/>
    <p:sldId id="269" r:id="rId15"/>
    <p:sldId id="268" r:id="rId16"/>
    <p:sldId id="270" r:id="rId17"/>
    <p:sldId id="271" r:id="rId18"/>
    <p:sldId id="272" r:id="rId19"/>
    <p:sldId id="273" r:id="rId20"/>
    <p:sldId id="274" r:id="rId21"/>
    <p:sldId id="279" r:id="rId22"/>
    <p:sldId id="277" r:id="rId23"/>
    <p:sldId id="278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6785"/>
    <a:srgbClr val="04DFD3"/>
    <a:srgbClr val="FF812A"/>
    <a:srgbClr val="04D1C4"/>
    <a:srgbClr val="048471"/>
    <a:srgbClr val="166B65"/>
    <a:srgbClr val="746A89"/>
    <a:srgbClr val="04CDC0"/>
    <a:srgbClr val="FF7F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7BC65-879B-498E-A897-6DE7356B02CE}" v="12" dt="2019-11-08T14:32:56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522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G DM" userId="f8d70f6e8cb32f82" providerId="LiveId" clId="{1A97BC65-879B-498E-A897-6DE7356B02CE}"/>
    <pc:docChg chg="undo redo addSld modSld">
      <pc:chgData name="VG DM" userId="f8d70f6e8cb32f82" providerId="LiveId" clId="{1A97BC65-879B-498E-A897-6DE7356B02CE}" dt="2019-11-08T14:35:32.141" v="110" actId="1037"/>
      <pc:docMkLst>
        <pc:docMk/>
      </pc:docMkLst>
      <pc:sldChg chg="modSp">
        <pc:chgData name="VG DM" userId="f8d70f6e8cb32f82" providerId="LiveId" clId="{1A97BC65-879B-498E-A897-6DE7356B02CE}" dt="2019-11-08T14:35:32.141" v="110" actId="1037"/>
        <pc:sldMkLst>
          <pc:docMk/>
          <pc:sldMk cId="2813440305" sldId="257"/>
        </pc:sldMkLst>
        <pc:spChg chg="mod">
          <ac:chgData name="VG DM" userId="f8d70f6e8cb32f82" providerId="LiveId" clId="{1A97BC65-879B-498E-A897-6DE7356B02CE}" dt="2019-11-08T14:35:32.074" v="108" actId="1076"/>
          <ac:spMkLst>
            <pc:docMk/>
            <pc:sldMk cId="2813440305" sldId="257"/>
            <ac:spMk id="6" creationId="{514A83A1-BF3D-5C42-86E1-7DE7E76DA37F}"/>
          </ac:spMkLst>
        </pc:spChg>
        <pc:spChg chg="mod">
          <ac:chgData name="VG DM" userId="f8d70f6e8cb32f82" providerId="LiveId" clId="{1A97BC65-879B-498E-A897-6DE7356B02CE}" dt="2019-11-08T14:35:32.141" v="110" actId="1037"/>
          <ac:spMkLst>
            <pc:docMk/>
            <pc:sldMk cId="2813440305" sldId="257"/>
            <ac:spMk id="7" creationId="{0ED27A68-C2C3-47FF-AA72-88D9A35566FF}"/>
          </ac:spMkLst>
        </pc:spChg>
        <pc:picChg chg="mod">
          <ac:chgData name="VG DM" userId="f8d70f6e8cb32f82" providerId="LiveId" clId="{1A97BC65-879B-498E-A897-6DE7356B02CE}" dt="2019-11-08T14:35:32.141" v="110" actId="1037"/>
          <ac:picMkLst>
            <pc:docMk/>
            <pc:sldMk cId="2813440305" sldId="257"/>
            <ac:picMk id="3" creationId="{245A571D-AF8D-44D2-9814-0EEDA71A536D}"/>
          </ac:picMkLst>
        </pc:picChg>
      </pc:sldChg>
      <pc:sldChg chg="modSp add setBg">
        <pc:chgData name="VG DM" userId="f8d70f6e8cb32f82" providerId="LiveId" clId="{1A97BC65-879B-498E-A897-6DE7356B02CE}" dt="2019-11-08T14:33:35.423" v="14" actId="2711"/>
        <pc:sldMkLst>
          <pc:docMk/>
          <pc:sldMk cId="2765456470" sldId="284"/>
        </pc:sldMkLst>
        <pc:spChg chg="mod">
          <ac:chgData name="VG DM" userId="f8d70f6e8cb32f82" providerId="LiveId" clId="{1A97BC65-879B-498E-A897-6DE7356B02CE}" dt="2019-11-08T14:33:05.743" v="12" actId="2711"/>
          <ac:spMkLst>
            <pc:docMk/>
            <pc:sldMk cId="2765456470" sldId="284"/>
            <ac:spMk id="2" creationId="{63FB1FB5-0F1A-224C-912F-1EDDE05EA563}"/>
          </ac:spMkLst>
        </pc:spChg>
        <pc:spChg chg="mod">
          <ac:chgData name="VG DM" userId="f8d70f6e8cb32f82" providerId="LiveId" clId="{1A97BC65-879B-498E-A897-6DE7356B02CE}" dt="2019-11-08T14:33:20.955" v="13" actId="2711"/>
          <ac:spMkLst>
            <pc:docMk/>
            <pc:sldMk cId="2765456470" sldId="284"/>
            <ac:spMk id="3" creationId="{670C6FE0-1174-B14B-97EB-C5343A195060}"/>
          </ac:spMkLst>
        </pc:spChg>
        <pc:spChg chg="mod">
          <ac:chgData name="VG DM" userId="f8d70f6e8cb32f82" providerId="LiveId" clId="{1A97BC65-879B-498E-A897-6DE7356B02CE}" dt="2019-11-08T14:33:35.423" v="14" actId="2711"/>
          <ac:spMkLst>
            <pc:docMk/>
            <pc:sldMk cId="2765456470" sldId="284"/>
            <ac:spMk id="4" creationId="{2F92AD92-58B8-8E4A-AD3B-46B60EFB49E8}"/>
          </ac:spMkLst>
        </pc:spChg>
        <pc:spChg chg="mod">
          <ac:chgData name="VG DM" userId="f8d70f6e8cb32f82" providerId="LiveId" clId="{1A97BC65-879B-498E-A897-6DE7356B02CE}" dt="2019-11-08T14:31:48.889" v="2" actId="207"/>
          <ac:spMkLst>
            <pc:docMk/>
            <pc:sldMk cId="2765456470" sldId="284"/>
            <ac:spMk id="7" creationId="{0ED27A68-C2C3-47FF-AA72-88D9A35566FF}"/>
          </ac:spMkLst>
        </pc:spChg>
        <pc:picChg chg="mod">
          <ac:chgData name="VG DM" userId="f8d70f6e8cb32f82" providerId="LiveId" clId="{1A97BC65-879B-498E-A897-6DE7356B02CE}" dt="2019-11-08T14:32:01.439" v="4" actId="1076"/>
          <ac:picMkLst>
            <pc:docMk/>
            <pc:sldMk cId="2765456470" sldId="284"/>
            <ac:picMk id="9" creationId="{E89026FC-51A5-434A-909E-93F2C8166EC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63B36A-6A09-4138-B232-3BB879140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E2514DC-FEB9-4DA8-A468-04C984E5C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F493E7-47A2-4ED2-A16A-D69C2142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C027D9-7EFF-4820-9799-4DCA0A3F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5206CC-D392-4F83-A160-98137A2B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7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E75A8B-C80F-4021-84DA-77ED560B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8873B2-3DA7-445D-985D-29D10ECF3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AFB425-5959-41F3-8E5C-4F7E6A0B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1D6E48-E87A-44F8-A624-B6C3FD18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49B8587-2FAC-460C-A214-D15146854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86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2A25BA-A857-4001-85C7-91169DDC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5E22F0-581F-42AF-90E8-8C912A33E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4B9F5A-202D-45F8-9BAF-4C257D36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522D45-053A-40A9-82C8-91A854B9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5B92AB-D432-4BF2-87F0-D45903D2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95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80E723-498A-4B50-84D4-7AF1099C9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EF86A9-EBA0-4F04-9832-675892FA8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6E712F-86C5-467E-BC22-E0B6E489E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731ED8-42E6-4550-9746-101249EA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C1861D1-3C48-48B4-9AEB-5A143266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93B8F73-9864-4110-A5F2-2B899CC8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6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2B34B1-0D5B-4BC4-8A24-EF569C0C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1A959FC-FC89-460D-B5BA-19C2C06AE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23484-23EB-4413-8540-71E14DE44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A808F40-B723-48D7-929B-13E39B010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A67A167-1BAC-4C20-86E2-6626791A0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7ACB11-8A1E-40EB-BB9C-B3ECAA20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46EBB28-6C74-448E-9E63-A8E9AE45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330E905-D643-40C8-88E7-5AE76E6A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14C92F-1E48-4730-8D75-DCE0B496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D248F2B-7C5B-4861-8414-CF308D75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6057945-C27D-4FD0-8C9F-B2C9014C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240F069-1331-4653-BDF4-28FED941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2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5AAD21B-55C4-4F49-B77D-C40167F4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E235475-019F-4A13-9A67-4FB8D661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1C6E61-6CC3-4BB4-A44B-5EBA9BD6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022A20-737E-499A-A2A3-0DFC9514D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0B31ED-3267-492D-BC69-F40EC592A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7B45F2B-3263-4E01-9A32-4A5029E9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A897876-7E34-45B5-B59D-C1E2315C8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BB73C93-F2B4-47E0-9AD9-309A8F56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08219B4-EBDB-4E34-8352-81CA779DA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EF2D5E-D8B2-4F7F-A865-98DE649D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C37263E-43B6-421C-AA5A-DE9674E2E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070D7F4-A6EC-45C1-AE9A-E33D6051D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DD9EA3-7D98-46DE-B35A-22AD4D42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3DCD2AC-34DC-427E-8E1A-B7274BD2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13C703-22CF-4058-856C-987BD100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AE126F-4267-439D-91CA-ED113686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E8E3B7A-4A77-427A-AF9C-E6E46F0CD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E27404-CFD1-4630-9D82-D2526A24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B525A7-7399-4C63-9E32-F4CBBF41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89A5B6-CDD1-467E-A4C9-A5B27C92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966557A-14F3-4504-9499-3BE96C12E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A55C960-3156-4E71-9B9C-7A51E4A0F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E83A5A-FAAE-4F10-B81A-B22A554B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137A42-9DAF-45B2-B560-C27A9CF9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807EB3-668A-4B55-91E9-CECB2325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08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408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0010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1997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3624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334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23755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2242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0892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27074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86345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508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6D643FE-8621-4ADA-91E4-90F10158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C51DCD3-8D39-480E-B3DA-109D7362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F85C6B-6BAC-462C-88AD-B5C10418E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47377-4A2D-43C0-88A3-D6EA3A9D0425}" type="datetimeFigureOut">
              <a:rPr lang="en-US" smtClean="0"/>
              <a:t>11/8/2019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04F46F-A89A-4B85-BDCB-3A73D3CBA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3FC5DC-3687-4680-AC0E-D780F71E4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1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0C88C-1D94-4B43-97BD-577A883FD277}" type="datetimeFigureOut">
              <a:rPr lang="it-IT" smtClean="0"/>
              <a:t>08/11/2019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80317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sv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ED27A68-C2C3-47FF-AA72-88D9A35566FF}"/>
              </a:ext>
            </a:extLst>
          </p:cNvPr>
          <p:cNvSpPr/>
          <p:nvPr/>
        </p:nvSpPr>
        <p:spPr>
          <a:xfrm>
            <a:off x="6073141" y="1236114"/>
            <a:ext cx="45719" cy="41611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A83A1-BF3D-5C42-86E1-7DE7E76DA37F}"/>
              </a:ext>
            </a:extLst>
          </p:cNvPr>
          <p:cNvSpPr txBox="1"/>
          <p:nvPr/>
        </p:nvSpPr>
        <p:spPr>
          <a:xfrm>
            <a:off x="6480093" y="2593429"/>
            <a:ext cx="520708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800" spc="600" dirty="0">
                <a:latin typeface="DIN" panose="00000400000000000000" pitchFamily="2" charset="0"/>
              </a:rPr>
              <a:t>B e a r z i </a:t>
            </a:r>
            <a:r>
              <a:rPr lang="it-IT" sz="8800" spc="600" dirty="0" err="1">
                <a:latin typeface="DIN" panose="00000400000000000000" pitchFamily="2" charset="0"/>
              </a:rPr>
              <a:t>I</a:t>
            </a:r>
            <a:r>
              <a:rPr lang="it-IT" sz="8800" spc="600" dirty="0">
                <a:latin typeface="DIN" panose="00000400000000000000" pitchFamily="2" charset="0"/>
              </a:rPr>
              <a:t> 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45A571D-AF8D-44D2-9814-0EEDA71A53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3360275" y="1347390"/>
            <a:ext cx="2385018" cy="39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4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ED27A68-C2C3-47FF-AA72-88D9A35566FF}"/>
              </a:ext>
            </a:extLst>
          </p:cNvPr>
          <p:cNvSpPr/>
          <p:nvPr/>
        </p:nvSpPr>
        <p:spPr>
          <a:xfrm>
            <a:off x="6073141" y="1348409"/>
            <a:ext cx="45719" cy="41611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B1FB5-0F1A-224C-912F-1EDDE05EA563}"/>
              </a:ext>
            </a:extLst>
          </p:cNvPr>
          <p:cNvSpPr txBox="1"/>
          <p:nvPr/>
        </p:nvSpPr>
        <p:spPr>
          <a:xfrm>
            <a:off x="6409560" y="1961750"/>
            <a:ext cx="2273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FF7200"/>
                </a:solidFill>
                <a:effectLst/>
                <a:uLnTx/>
                <a:uFillTx/>
                <a:latin typeface="DIN Medium" panose="02020500000000000000" pitchFamily="18" charset="0"/>
                <a:ea typeface="+mn-ea"/>
                <a:cs typeface="+mn-cs"/>
              </a:rPr>
              <a:t>B</a:t>
            </a: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 Medium" panose="02020500000000000000" pitchFamily="18" charset="0"/>
                <a:ea typeface="+mn-ea"/>
                <a:cs typeface="+mn-cs"/>
              </a:rPr>
              <a:t>EARZI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C6FE0-1174-B14B-97EB-C5343A195060}"/>
              </a:ext>
            </a:extLst>
          </p:cNvPr>
          <p:cNvSpPr txBox="1"/>
          <p:nvPr/>
        </p:nvSpPr>
        <p:spPr>
          <a:xfrm>
            <a:off x="6409560" y="2858619"/>
            <a:ext cx="3751348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00FFF3"/>
                </a:solidFill>
                <a:effectLst/>
                <a:uLnTx/>
                <a:uFillTx/>
                <a:latin typeface="DIN Medium" panose="02020500000000000000" pitchFamily="18" charset="0"/>
                <a:ea typeface="+mn-ea"/>
                <a:cs typeface="+mn-cs"/>
              </a:rPr>
              <a:t>I</a:t>
            </a: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 Medium" panose="02020500000000000000" pitchFamily="18" charset="0"/>
                <a:ea typeface="+mn-ea"/>
                <a:cs typeface="+mn-cs"/>
              </a:rPr>
              <a:t>NNOVATION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2AD92-58B8-8E4A-AD3B-46B60EFB49E8}"/>
              </a:ext>
            </a:extLst>
          </p:cNvPr>
          <p:cNvSpPr txBox="1"/>
          <p:nvPr/>
        </p:nvSpPr>
        <p:spPr>
          <a:xfrm>
            <a:off x="6409560" y="3821359"/>
            <a:ext cx="1786066" cy="8309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663B76"/>
                </a:solidFill>
                <a:effectLst/>
                <a:uLnTx/>
                <a:uFillTx/>
                <a:latin typeface="DIN Medium" panose="02020500000000000000" pitchFamily="18" charset="0"/>
                <a:ea typeface="+mn-ea"/>
                <a:cs typeface="+mn-cs"/>
              </a:rPr>
              <a:t>T</a:t>
            </a: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 Medium" panose="02020500000000000000" pitchFamily="18" charset="0"/>
                <a:ea typeface="+mn-ea"/>
                <a:cs typeface="+mn-cs"/>
              </a:rPr>
              <a:t>EAM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89026FC-51A5-434A-909E-93F2C8166E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3799694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57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ED27A68-C2C3-47FF-AA72-88D9A35566FF}"/>
              </a:ext>
            </a:extLst>
          </p:cNvPr>
          <p:cNvSpPr/>
          <p:nvPr/>
        </p:nvSpPr>
        <p:spPr>
          <a:xfrm>
            <a:off x="6073141" y="1348409"/>
            <a:ext cx="45719" cy="41611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B1FB5-0F1A-224C-912F-1EDDE05EA563}"/>
              </a:ext>
            </a:extLst>
          </p:cNvPr>
          <p:cNvSpPr txBox="1"/>
          <p:nvPr/>
        </p:nvSpPr>
        <p:spPr>
          <a:xfrm>
            <a:off x="6409560" y="1961750"/>
            <a:ext cx="2273379" cy="83099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FF812A"/>
                </a:solidFill>
                <a:effectLst/>
                <a:uLnTx/>
                <a:uFillTx/>
                <a:latin typeface="DIN" panose="00000400000000000000" pitchFamily="2" charset="0"/>
              </a:rPr>
              <a:t>BEARZI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C6FE0-1174-B14B-97EB-C5343A195060}"/>
              </a:ext>
            </a:extLst>
          </p:cNvPr>
          <p:cNvSpPr txBox="1"/>
          <p:nvPr/>
        </p:nvSpPr>
        <p:spPr>
          <a:xfrm>
            <a:off x="6409560" y="2858619"/>
            <a:ext cx="3751348" cy="830997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04DFD3"/>
                </a:solidFill>
                <a:effectLst/>
                <a:uLnTx/>
                <a:uFillTx/>
                <a:latin typeface="DIN" panose="00000400000000000000" pitchFamily="2" charset="0"/>
              </a:rPr>
              <a:t>INNOVATION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2AD92-58B8-8E4A-AD3B-46B60EFB49E8}"/>
              </a:ext>
            </a:extLst>
          </p:cNvPr>
          <p:cNvSpPr txBox="1"/>
          <p:nvPr/>
        </p:nvSpPr>
        <p:spPr>
          <a:xfrm>
            <a:off x="6409560" y="3821359"/>
            <a:ext cx="1786066" cy="830997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716785"/>
                </a:solidFill>
                <a:effectLst/>
                <a:uLnTx/>
                <a:uFillTx/>
                <a:latin typeface="DIN" panose="00000400000000000000" pitchFamily="2" charset="0"/>
              </a:rPr>
              <a:t>TEAM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89026FC-51A5-434A-909E-93F2C8166E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3135219" y="1348409"/>
            <a:ext cx="2519786" cy="416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56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74729" y="1511240"/>
            <a:ext cx="8459367" cy="32085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600" dirty="0">
                <a:solidFill>
                  <a:srgbClr val="FF812A"/>
                </a:solidFill>
                <a:latin typeface="DIN" panose="00000400000000000000" pitchFamily="2" charset="0"/>
              </a:rPr>
              <a:t>P</a:t>
            </a:r>
            <a:r>
              <a:rPr lang="en-US" sz="6600" dirty="0">
                <a:solidFill>
                  <a:schemeClr val="bg1"/>
                </a:solidFill>
                <a:latin typeface="DIN" panose="00000400000000000000" pitchFamily="2" charset="0"/>
              </a:rPr>
              <a:t>ROGETTO</a:t>
            </a:r>
          </a:p>
          <a:p>
            <a:pPr>
              <a:lnSpc>
                <a:spcPct val="150000"/>
              </a:lnSpc>
            </a:pPr>
            <a:r>
              <a:rPr lang="en-US" sz="8000" dirty="0">
                <a:solidFill>
                  <a:srgbClr val="04CDC0"/>
                </a:solidFill>
                <a:latin typeface="DIN" panose="00000400000000000000" pitchFamily="2" charset="0"/>
              </a:rPr>
              <a:t>I</a:t>
            </a:r>
            <a:r>
              <a:rPr lang="en-US" sz="8000" dirty="0">
                <a:solidFill>
                  <a:schemeClr val="bg1"/>
                </a:solidFill>
                <a:latin typeface="DIN" panose="00000400000000000000" pitchFamily="2" charset="0"/>
              </a:rPr>
              <a:t>oT GREENHOUSE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4F49351-5853-44C1-A6EE-DC5A7396C4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0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FF3D692F-9C43-4B51-BF84-B666EF3BCB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5108947" y="1077260"/>
            <a:ext cx="1933786" cy="3193462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0FDC456C-3D85-4FD5-B2DF-F945DBE564B2}"/>
              </a:ext>
            </a:extLst>
          </p:cNvPr>
          <p:cNvSpPr txBox="1"/>
          <p:nvPr/>
        </p:nvSpPr>
        <p:spPr>
          <a:xfrm>
            <a:off x="5149266" y="4551870"/>
            <a:ext cx="1893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FF7200"/>
                </a:solidFill>
                <a:effectLst/>
                <a:uLnTx/>
                <a:uFillTx/>
                <a:latin typeface="DIN Medium" panose="02020500000000000000" pitchFamily="18" charset="0"/>
                <a:ea typeface="+mn-ea"/>
                <a:cs typeface="+mn-cs"/>
              </a:rPr>
              <a:t>V</a:t>
            </a:r>
            <a:r>
              <a:rPr lang="it-IT" sz="4800" dirty="0">
                <a:solidFill>
                  <a:prstClr val="white"/>
                </a:solidFill>
                <a:latin typeface="DIN Medium" panose="02020500000000000000" pitchFamily="18" charset="0"/>
              </a:rPr>
              <a:t>IDEO</a:t>
            </a:r>
            <a:endParaRPr kumimoji="0" lang="it-IT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Medium" panose="02020500000000000000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317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1842003"/>
            <a:ext cx="8044190" cy="280076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FF812A"/>
                </a:solidFill>
                <a:latin typeface="DIN" panose="00000400000000000000" pitchFamily="2" charset="0"/>
              </a:rPr>
              <a:t>A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TTUALMENTE</a:t>
            </a:r>
          </a:p>
          <a:p>
            <a:r>
              <a:rPr lang="en-US" sz="8800" dirty="0">
                <a:solidFill>
                  <a:srgbClr val="04DFD3"/>
                </a:solidFill>
                <a:latin typeface="DIN" panose="00000400000000000000" pitchFamily="2" charset="0"/>
              </a:rPr>
              <a:t>I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N SVILUPPO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A9A93A0-0C60-498D-93A4-6800FAFEEA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86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ttangolo 99">
            <a:extLst>
              <a:ext uri="{FF2B5EF4-FFF2-40B4-BE49-F238E27FC236}">
                <a16:creationId xmlns:a16="http://schemas.microsoft.com/office/drawing/2014/main" id="{8715AE51-2B15-425E-9FF5-9C0A9CC925FE}"/>
              </a:ext>
            </a:extLst>
          </p:cNvPr>
          <p:cNvSpPr/>
          <p:nvPr/>
        </p:nvSpPr>
        <p:spPr>
          <a:xfrm>
            <a:off x="5396540" y="1237783"/>
            <a:ext cx="3081405" cy="2419817"/>
          </a:xfrm>
          <a:prstGeom prst="rect">
            <a:avLst/>
          </a:prstGeom>
          <a:noFill/>
          <a:ln w="60325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68E2AE0B-2686-4B1B-BFE6-2C8A23316CFA}"/>
              </a:ext>
            </a:extLst>
          </p:cNvPr>
          <p:cNvSpPr/>
          <p:nvPr/>
        </p:nvSpPr>
        <p:spPr>
          <a:xfrm>
            <a:off x="5396540" y="3657600"/>
            <a:ext cx="3081404" cy="2575582"/>
          </a:xfrm>
          <a:prstGeom prst="rect">
            <a:avLst/>
          </a:prstGeom>
          <a:noFill/>
          <a:ln w="60325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102" name="Elemento grafico 101" descr="Succulento">
            <a:extLst>
              <a:ext uri="{FF2B5EF4-FFF2-40B4-BE49-F238E27FC236}">
                <a16:creationId xmlns:a16="http://schemas.microsoft.com/office/drawing/2014/main" id="{B679E30A-E36F-4F12-9A7A-A2A89E5A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4383" y="2297483"/>
            <a:ext cx="1128318" cy="1128318"/>
          </a:xfrm>
          <a:prstGeom prst="rect">
            <a:avLst/>
          </a:prstGeom>
        </p:spPr>
      </p:pic>
      <p:pic>
        <p:nvPicPr>
          <p:cNvPr id="103" name="Picture 2" descr="Risultati immagini per robot icon">
            <a:extLst>
              <a:ext uri="{FF2B5EF4-FFF2-40B4-BE49-F238E27FC236}">
                <a16:creationId xmlns:a16="http://schemas.microsoft.com/office/drawing/2014/main" id="{7BCA0AB5-5CD0-4DAA-99CB-D8CA318BF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051" y="2266475"/>
            <a:ext cx="987625" cy="98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8" descr="Risultati immagini per arduino icon">
            <a:extLst>
              <a:ext uri="{FF2B5EF4-FFF2-40B4-BE49-F238E27FC236}">
                <a16:creationId xmlns:a16="http://schemas.microsoft.com/office/drawing/2014/main" id="{962099D7-D315-4A81-9E79-4EB158C14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287" y="4531603"/>
            <a:ext cx="684892" cy="68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Ovale 107">
            <a:extLst>
              <a:ext uri="{FF2B5EF4-FFF2-40B4-BE49-F238E27FC236}">
                <a16:creationId xmlns:a16="http://schemas.microsoft.com/office/drawing/2014/main" id="{26B2DE80-B309-41AD-A117-25D5BC55ECD2}"/>
              </a:ext>
            </a:extLst>
          </p:cNvPr>
          <p:cNvSpPr/>
          <p:nvPr/>
        </p:nvSpPr>
        <p:spPr>
          <a:xfrm>
            <a:off x="7748864" y="3266971"/>
            <a:ext cx="142875" cy="147650"/>
          </a:xfrm>
          <a:prstGeom prst="ellipse">
            <a:avLst/>
          </a:prstGeom>
          <a:solidFill>
            <a:srgbClr val="CDCDCD"/>
          </a:solidFill>
          <a:ln w="158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166B65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9" name="Ovale 108">
            <a:extLst>
              <a:ext uri="{FF2B5EF4-FFF2-40B4-BE49-F238E27FC236}">
                <a16:creationId xmlns:a16="http://schemas.microsoft.com/office/drawing/2014/main" id="{47EA50AD-0416-4895-B253-A09964C03C8C}"/>
              </a:ext>
            </a:extLst>
          </p:cNvPr>
          <p:cNvSpPr/>
          <p:nvPr/>
        </p:nvSpPr>
        <p:spPr>
          <a:xfrm>
            <a:off x="8058837" y="3266971"/>
            <a:ext cx="142875" cy="147650"/>
          </a:xfrm>
          <a:prstGeom prst="ellipse">
            <a:avLst/>
          </a:prstGeom>
          <a:solidFill>
            <a:srgbClr val="CDCDCD"/>
          </a:solidFill>
          <a:ln w="158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166B65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110" name="Picture 14" descr="Immagine correlata">
            <a:extLst>
              <a:ext uri="{FF2B5EF4-FFF2-40B4-BE49-F238E27FC236}">
                <a16:creationId xmlns:a16="http://schemas.microsoft.com/office/drawing/2014/main" id="{D865012B-F7C5-4ABA-B024-EF1280F01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3648" y="5656686"/>
            <a:ext cx="899160" cy="89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8" descr="Risultati immagini per arduino icon">
            <a:extLst>
              <a:ext uri="{FF2B5EF4-FFF2-40B4-BE49-F238E27FC236}">
                <a16:creationId xmlns:a16="http://schemas.microsoft.com/office/drawing/2014/main" id="{B89B7CB1-CAE3-4DC2-B88C-B0F2B78AD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936" y="4531603"/>
            <a:ext cx="684892" cy="68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CasellaDiTesto 111">
            <a:extLst>
              <a:ext uri="{FF2B5EF4-FFF2-40B4-BE49-F238E27FC236}">
                <a16:creationId xmlns:a16="http://schemas.microsoft.com/office/drawing/2014/main" id="{B77DAF63-01DF-4FD9-916B-79C23382EC2B}"/>
              </a:ext>
            </a:extLst>
          </p:cNvPr>
          <p:cNvSpPr txBox="1"/>
          <p:nvPr/>
        </p:nvSpPr>
        <p:spPr>
          <a:xfrm>
            <a:off x="8645043" y="2637807"/>
            <a:ext cx="2185106" cy="83099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defTabSz="457200">
              <a:defRPr sz="1600" b="1">
                <a:solidFill>
                  <a:srgbClr val="FF7F29"/>
                </a:solidFill>
                <a:latin typeface="DIN Pro Light" panose="020B0504020101010102" pitchFamily="34" charset="0"/>
                <a:cs typeface="DIN Pro Light" panose="020B0504020101010102" pitchFamily="34" charset="0"/>
              </a:defRPr>
            </a:lvl1pPr>
          </a:lstStyle>
          <a:p>
            <a:r>
              <a:rPr lang="en-US" sz="2400" b="0" dirty="0">
                <a:solidFill>
                  <a:srgbClr val="04DFD3"/>
                </a:solidFill>
              </a:rPr>
              <a:t>R</a:t>
            </a:r>
            <a:r>
              <a:rPr lang="en-US" sz="2400" b="0" dirty="0">
                <a:solidFill>
                  <a:schemeClr val="bg1"/>
                </a:solidFill>
              </a:rPr>
              <a:t>OBOT </a:t>
            </a:r>
          </a:p>
          <a:p>
            <a:r>
              <a:rPr lang="en-US" sz="2400" b="0" dirty="0">
                <a:solidFill>
                  <a:schemeClr val="bg1"/>
                </a:solidFill>
              </a:rPr>
              <a:t>TUTTOFARE</a:t>
            </a:r>
          </a:p>
        </p:txBody>
      </p: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69B3D4F8-01CA-4115-BF59-BE41A03FB662}"/>
              </a:ext>
            </a:extLst>
          </p:cNvPr>
          <p:cNvSpPr txBox="1"/>
          <p:nvPr/>
        </p:nvSpPr>
        <p:spPr>
          <a:xfrm>
            <a:off x="9834149" y="4469337"/>
            <a:ext cx="1753945" cy="1200329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W</a:t>
            </a:r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EB APP</a:t>
            </a:r>
          </a:p>
          <a:p>
            <a:pPr algn="ctr" defTabSz="457200"/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GESTIONE SISTEMI</a:t>
            </a:r>
          </a:p>
        </p:txBody>
      </p:sp>
      <p:sp>
        <p:nvSpPr>
          <p:cNvPr id="116" name="CasellaDiTesto 115">
            <a:extLst>
              <a:ext uri="{FF2B5EF4-FFF2-40B4-BE49-F238E27FC236}">
                <a16:creationId xmlns:a16="http://schemas.microsoft.com/office/drawing/2014/main" id="{7302CCDD-36A2-4DED-B845-8010F80CF03F}"/>
              </a:ext>
            </a:extLst>
          </p:cNvPr>
          <p:cNvSpPr txBox="1"/>
          <p:nvPr/>
        </p:nvSpPr>
        <p:spPr>
          <a:xfrm>
            <a:off x="3495831" y="4521696"/>
            <a:ext cx="1609518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>
            <a:defPPr rtl="0">
              <a:defRPr lang="it-it"/>
            </a:defPPr>
            <a:lvl1pPr>
              <a:defRPr sz="160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defRPr>
            </a:lvl1pPr>
          </a:lstStyle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4CDC0"/>
                </a:solidFill>
                <a:effectLst/>
                <a:uLnTx/>
                <a:uFillTx/>
                <a:latin typeface="DIN Pro Light" panose="020B0504020101010102" pitchFamily="34" charset="0"/>
                <a:cs typeface="DIN Pro Light" panose="020B0504020101010102" pitchFamily="34" charset="0"/>
              </a:rPr>
              <a:t>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IN Pro Light" panose="020B0504020101010102" pitchFamily="34" charset="0"/>
                <a:cs typeface="DIN Pro Light" panose="020B0504020101010102" pitchFamily="34" charset="0"/>
              </a:rPr>
              <a:t>ENSORI</a:t>
            </a:r>
          </a:p>
        </p:txBody>
      </p:sp>
      <p:pic>
        <p:nvPicPr>
          <p:cNvPr id="118" name="Picture 16" descr="Immagine correlata">
            <a:extLst>
              <a:ext uri="{FF2B5EF4-FFF2-40B4-BE49-F238E27FC236}">
                <a16:creationId xmlns:a16="http://schemas.microsoft.com/office/drawing/2014/main" id="{7D10E122-5269-48F7-BC3E-5115B5A1E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142" y="5567708"/>
            <a:ext cx="543722" cy="54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0" descr="Risultati immagini per cables icon">
            <a:extLst>
              <a:ext uri="{FF2B5EF4-FFF2-40B4-BE49-F238E27FC236}">
                <a16:creationId xmlns:a16="http://schemas.microsoft.com/office/drawing/2014/main" id="{CD0E7EC2-4000-48DF-BD3B-19C1BBA57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157" y="5581185"/>
            <a:ext cx="543722" cy="54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CasellaDiTesto 119">
            <a:extLst>
              <a:ext uri="{FF2B5EF4-FFF2-40B4-BE49-F238E27FC236}">
                <a16:creationId xmlns:a16="http://schemas.microsoft.com/office/drawing/2014/main" id="{D89EEC65-E5D6-44B8-B0DF-C7ED804E8B7F}"/>
              </a:ext>
            </a:extLst>
          </p:cNvPr>
          <p:cNvSpPr txBox="1"/>
          <p:nvPr/>
        </p:nvSpPr>
        <p:spPr>
          <a:xfrm>
            <a:off x="5396541" y="199017"/>
            <a:ext cx="3081404" cy="83099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b="1" dirty="0">
                <a:solidFill>
                  <a:srgbClr val="FF7F29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C</a:t>
            </a:r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OSTRUZIONE SERRA</a:t>
            </a:r>
          </a:p>
        </p:txBody>
      </p:sp>
      <p:sp>
        <p:nvSpPr>
          <p:cNvPr id="122" name="CasellaDiTesto 121">
            <a:extLst>
              <a:ext uri="{FF2B5EF4-FFF2-40B4-BE49-F238E27FC236}">
                <a16:creationId xmlns:a16="http://schemas.microsoft.com/office/drawing/2014/main" id="{F36969A5-FF20-4F15-83F3-52A3E6A2092A}"/>
              </a:ext>
            </a:extLst>
          </p:cNvPr>
          <p:cNvSpPr txBox="1"/>
          <p:nvPr/>
        </p:nvSpPr>
        <p:spPr>
          <a:xfrm>
            <a:off x="3229480" y="5706047"/>
            <a:ext cx="1873548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 defTabSz="457200"/>
            <a:r>
              <a:rPr lang="en-US" sz="24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C</a:t>
            </a:r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ABLAGGIO</a:t>
            </a:r>
          </a:p>
        </p:txBody>
      </p:sp>
      <p:sp>
        <p:nvSpPr>
          <p:cNvPr id="132" name="Rettangolo 131">
            <a:extLst>
              <a:ext uri="{FF2B5EF4-FFF2-40B4-BE49-F238E27FC236}">
                <a16:creationId xmlns:a16="http://schemas.microsoft.com/office/drawing/2014/main" id="{346685BF-6EDE-45B0-B5B3-05B4D7311416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7" name="Immagine 136">
            <a:extLst>
              <a:ext uri="{FF2B5EF4-FFF2-40B4-BE49-F238E27FC236}">
                <a16:creationId xmlns:a16="http://schemas.microsoft.com/office/drawing/2014/main" id="{539BFD94-4AD5-4036-B27D-5CE638609B8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24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74729" y="1695618"/>
            <a:ext cx="8238153" cy="28397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800" dirty="0">
                <a:solidFill>
                  <a:srgbClr val="FF812A"/>
                </a:solidFill>
                <a:latin typeface="DIN" panose="00000400000000000000" pitchFamily="2" charset="0"/>
              </a:rPr>
              <a:t>P</a:t>
            </a:r>
            <a:r>
              <a:rPr lang="en-US" sz="13800" dirty="0">
                <a:solidFill>
                  <a:schemeClr val="bg1"/>
                </a:solidFill>
                <a:latin typeface="DIN" panose="00000400000000000000" pitchFamily="2" charset="0"/>
              </a:rPr>
              <a:t>ERCHÈ 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60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1842003"/>
            <a:ext cx="5689378" cy="280076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FF812A"/>
                </a:solidFill>
                <a:latin typeface="DIN" panose="00000400000000000000" pitchFamily="2" charset="0"/>
              </a:rPr>
              <a:t>R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ISULTATI</a:t>
            </a:r>
          </a:p>
          <a:p>
            <a:r>
              <a:rPr lang="en-US" sz="8800" dirty="0">
                <a:solidFill>
                  <a:srgbClr val="04DFD3"/>
                </a:solidFill>
                <a:latin typeface="DIN" panose="00000400000000000000" pitchFamily="2" charset="0"/>
              </a:rPr>
              <a:t>C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ONCRETI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A9A93A0-0C60-498D-93A4-6800FAFEEA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51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2519111"/>
            <a:ext cx="863730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FF812A"/>
                </a:solidFill>
                <a:latin typeface="DIN" panose="00000400000000000000" pitchFamily="2" charset="0"/>
              </a:rPr>
              <a:t>S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ODDISFAZIONE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8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2705725"/>
            <a:ext cx="8004114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04DFD3"/>
                </a:solidFill>
                <a:latin typeface="DIN" panose="00000400000000000000" pitchFamily="2" charset="0"/>
              </a:rPr>
              <a:t>C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I DIVERTIAMO</a:t>
            </a:r>
            <a:endParaRPr lang="en-US" sz="8800" dirty="0">
              <a:solidFill>
                <a:srgbClr val="04DFD3"/>
              </a:solidFill>
              <a:latin typeface="DIN" panose="00000400000000000000" pitchFamily="2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E41ADE-FB88-4DC0-84DB-A276A5E670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94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2028617"/>
            <a:ext cx="7160935" cy="280076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FF812A"/>
                </a:solidFill>
                <a:latin typeface="DIN" panose="00000400000000000000" pitchFamily="2" charset="0"/>
              </a:rPr>
              <a:t>P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ENSIAMO IN</a:t>
            </a:r>
          </a:p>
          <a:p>
            <a:r>
              <a:rPr lang="en-US" sz="8800" dirty="0">
                <a:solidFill>
                  <a:srgbClr val="04DFD3"/>
                </a:solidFill>
                <a:latin typeface="DIN" panose="00000400000000000000" pitchFamily="2" charset="0"/>
              </a:rPr>
              <a:t>G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RANDE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4E094A3-1574-409A-B3AB-EF16BC3B61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58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74729" y="1695618"/>
            <a:ext cx="8122736" cy="28397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800" dirty="0">
                <a:solidFill>
                  <a:srgbClr val="FF812A"/>
                </a:solidFill>
                <a:latin typeface="DIN" panose="00000400000000000000" pitchFamily="2" charset="0"/>
              </a:rPr>
              <a:t>Q</a:t>
            </a:r>
            <a:r>
              <a:rPr lang="en-US" sz="13800" dirty="0">
                <a:solidFill>
                  <a:schemeClr val="bg1"/>
                </a:solidFill>
                <a:latin typeface="DIN" panose="00000400000000000000" pitchFamily="2" charset="0"/>
              </a:rPr>
              <a:t>UANDO?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5FD3365-240C-4898-BE15-B201036C1D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55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2028617"/>
            <a:ext cx="6051657" cy="280076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…</a:t>
            </a:r>
            <a:r>
              <a:rPr lang="en-US" sz="8800" dirty="0" err="1">
                <a:solidFill>
                  <a:srgbClr val="04DFD3"/>
                </a:solidFill>
                <a:latin typeface="DIN" panose="00000400000000000000" pitchFamily="2" charset="0"/>
              </a:rPr>
              <a:t>q</a:t>
            </a:r>
            <a:r>
              <a:rPr lang="en-US" sz="8800" dirty="0" err="1">
                <a:solidFill>
                  <a:schemeClr val="bg1"/>
                </a:solidFill>
                <a:latin typeface="DIN" panose="00000400000000000000" pitchFamily="2" charset="0"/>
              </a:rPr>
              <a:t>uando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DIN" panose="00000400000000000000" pitchFamily="2" charset="0"/>
              </a:rPr>
              <a:t>si</a:t>
            </a:r>
            <a:endParaRPr lang="en-US" sz="8800" dirty="0">
              <a:solidFill>
                <a:schemeClr val="bg1"/>
              </a:solidFill>
              <a:latin typeface="DIN" panose="00000400000000000000" pitchFamily="2" charset="0"/>
            </a:endParaRPr>
          </a:p>
          <a:p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DIN" panose="00000400000000000000" pitchFamily="2" charset="0"/>
              </a:rPr>
              <a:t>combina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634EE97-0667-4390-843F-756608C13D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78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847983"/>
            <a:ext cx="4801314" cy="390876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8800" dirty="0" err="1">
                <a:solidFill>
                  <a:srgbClr val="FF812A"/>
                </a:solidFill>
                <a:latin typeface="DIN" panose="00000400000000000000" pitchFamily="2" charset="0"/>
              </a:rPr>
              <a:t>V</a:t>
            </a:r>
            <a:r>
              <a:rPr lang="en-US" sz="8800" dirty="0" err="1">
                <a:solidFill>
                  <a:schemeClr val="bg1"/>
                </a:solidFill>
                <a:latin typeface="DIN" panose="00000400000000000000" pitchFamily="2" charset="0"/>
              </a:rPr>
              <a:t>ENERDì</a:t>
            </a:r>
            <a:endParaRPr lang="en-US" sz="8800" dirty="0">
              <a:solidFill>
                <a:schemeClr val="bg1"/>
              </a:solidFill>
              <a:latin typeface="DIN" panose="00000400000000000000" pitchFamily="2" charset="0"/>
            </a:endParaRPr>
          </a:p>
          <a:p>
            <a:r>
              <a:rPr lang="en-US" sz="6600" dirty="0">
                <a:solidFill>
                  <a:srgbClr val="04D1C4"/>
                </a:solidFill>
                <a:latin typeface="DIN" panose="00000400000000000000" pitchFamily="2" charset="0"/>
              </a:rPr>
              <a:t>14 </a:t>
            </a:r>
            <a:r>
              <a:rPr lang="en-US" sz="6600" dirty="0">
                <a:solidFill>
                  <a:schemeClr val="bg1"/>
                </a:solidFill>
                <a:latin typeface="DIN" panose="00000400000000000000" pitchFamily="2" charset="0"/>
              </a:rPr>
              <a:t>- </a:t>
            </a:r>
            <a:r>
              <a:rPr lang="en-US" sz="6600" dirty="0">
                <a:solidFill>
                  <a:srgbClr val="04D1C4"/>
                </a:solidFill>
                <a:latin typeface="DIN" panose="00000400000000000000" pitchFamily="2" charset="0"/>
              </a:rPr>
              <a:t>17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20CB0C7-3465-4E45-AD64-5913F0DA06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74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2" descr="Risultati immagini per discord icon">
            <a:extLst>
              <a:ext uri="{FF2B5EF4-FFF2-40B4-BE49-F238E27FC236}">
                <a16:creationId xmlns:a16="http://schemas.microsoft.com/office/drawing/2014/main" id="{95644F65-CACE-4300-99DA-A9C314A5E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692" y="2218912"/>
            <a:ext cx="2420174" cy="242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mmagine correlata">
            <a:extLst>
              <a:ext uri="{FF2B5EF4-FFF2-40B4-BE49-F238E27FC236}">
                <a16:creationId xmlns:a16="http://schemas.microsoft.com/office/drawing/2014/main" id="{430D3787-F4AC-4B74-B3E3-1ACA3A3E2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169" y="2387367"/>
            <a:ext cx="2083266" cy="208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isultati immagini per whatsapp audio icon">
            <a:extLst>
              <a:ext uri="{FF2B5EF4-FFF2-40B4-BE49-F238E27FC236}">
                <a16:creationId xmlns:a16="http://schemas.microsoft.com/office/drawing/2014/main" id="{935B526B-8B53-4609-B302-EB34E55F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500" b="90000" l="7692" r="91154">
                        <a14:foregroundMark x1="63846" y1="67143" x2="38462" y2="35000"/>
                        <a14:foregroundMark x1="34615" y1="70000" x2="42692" y2="26786"/>
                        <a14:foregroundMark x1="42692" y1="26786" x2="50385" y2="15714"/>
                        <a14:foregroundMark x1="55000" y1="41786" x2="27692" y2="25000"/>
                        <a14:foregroundMark x1="56923" y1="45357" x2="52692" y2="65714"/>
                        <a14:foregroundMark x1="52692" y1="65714" x2="43846" y2="63214"/>
                        <a14:foregroundMark x1="38462" y1="49643" x2="55385" y2="63214"/>
                        <a14:foregroundMark x1="55385" y1="63214" x2="59231" y2="57857"/>
                        <a14:foregroundMark x1="60000" y1="47857" x2="62308" y2="65714"/>
                        <a14:foregroundMark x1="62308" y1="65714" x2="57308" y2="61429"/>
                        <a14:foregroundMark x1="50385" y1="48929" x2="41154" y2="10357"/>
                        <a14:foregroundMark x1="83846" y1="36429" x2="91154" y2="53214"/>
                        <a14:foregroundMark x1="47692" y1="42500" x2="57308" y2="19643"/>
                        <a14:foregroundMark x1="46538" y1="7500" x2="46538" y2="7500"/>
                        <a14:foregroundMark x1="7692" y1="41786" x2="7692" y2="417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738" y="2095500"/>
            <a:ext cx="24765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5F050A7-CB2A-49EA-BD8B-61E97C1A97B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83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74729" y="1695618"/>
            <a:ext cx="3958135" cy="28397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800" dirty="0">
                <a:solidFill>
                  <a:srgbClr val="FF812A"/>
                </a:solidFill>
                <a:latin typeface="DIN" panose="00000400000000000000" pitchFamily="2" charset="0"/>
              </a:rPr>
              <a:t>C</a:t>
            </a:r>
            <a:r>
              <a:rPr lang="en-US" sz="13800" dirty="0">
                <a:solidFill>
                  <a:schemeClr val="bg1"/>
                </a:solidFill>
                <a:latin typeface="DIN" panose="00000400000000000000" pitchFamily="2" charset="0"/>
              </a:rPr>
              <a:t>HI?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C0D7B05-4BEF-44BB-90EE-D93A2D18AA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4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2028617"/>
            <a:ext cx="8199681" cy="280076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8800" dirty="0">
                <a:solidFill>
                  <a:srgbClr val="FF812A"/>
                </a:solidFill>
                <a:latin typeface="DIN" panose="00000400000000000000" pitchFamily="2" charset="0"/>
              </a:rPr>
              <a:t>I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NFORMATICI</a:t>
            </a:r>
          </a:p>
          <a:p>
            <a:r>
              <a:rPr lang="en-US" sz="8800" dirty="0">
                <a:solidFill>
                  <a:srgbClr val="04DFD3"/>
                </a:solidFill>
                <a:latin typeface="DIN" panose="00000400000000000000" pitchFamily="2" charset="0"/>
              </a:rPr>
              <a:t>M</a:t>
            </a:r>
            <a:r>
              <a:rPr lang="en-US" sz="8800" dirty="0">
                <a:solidFill>
                  <a:schemeClr val="bg1"/>
                </a:solidFill>
                <a:latin typeface="DIN" panose="00000400000000000000" pitchFamily="2" charset="0"/>
              </a:rPr>
              <a:t>ECCATRONICI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7522190-DECA-4318-B604-1BFA7E8B8B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4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1" y="1734282"/>
            <a:ext cx="8646668" cy="3016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9400" dirty="0">
                <a:solidFill>
                  <a:srgbClr val="FF812A"/>
                </a:solidFill>
                <a:latin typeface="DIN" panose="00000400000000000000" pitchFamily="2" charset="0"/>
              </a:rPr>
              <a:t>V</a:t>
            </a:r>
            <a:r>
              <a:rPr lang="en-US" sz="9400" dirty="0">
                <a:solidFill>
                  <a:schemeClr val="bg1"/>
                </a:solidFill>
                <a:latin typeface="DIN" panose="00000400000000000000" pitchFamily="2" charset="0"/>
              </a:rPr>
              <a:t>UOI</a:t>
            </a:r>
          </a:p>
          <a:p>
            <a:r>
              <a:rPr lang="en-US" sz="9400" dirty="0">
                <a:solidFill>
                  <a:srgbClr val="04D1C4"/>
                </a:solidFill>
                <a:latin typeface="DIN" panose="00000400000000000000" pitchFamily="2" charset="0"/>
              </a:rPr>
              <a:t>P</a:t>
            </a:r>
            <a:r>
              <a:rPr lang="en-US" sz="9400" dirty="0">
                <a:solidFill>
                  <a:schemeClr val="bg1"/>
                </a:solidFill>
                <a:latin typeface="DIN" panose="00000400000000000000" pitchFamily="2" charset="0"/>
              </a:rPr>
              <a:t>ARTECIPARE?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487166D-834C-4C07-804F-B07E158DB4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81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240100" y="1832867"/>
            <a:ext cx="8646668" cy="27699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0" dirty="0">
                <a:solidFill>
                  <a:srgbClr val="FF812A"/>
                </a:solidFill>
                <a:latin typeface="DIN" panose="00000400000000000000" pitchFamily="2" charset="0"/>
              </a:rPr>
              <a:t>R</a:t>
            </a:r>
            <a:r>
              <a:rPr lang="en-US" sz="8000" dirty="0">
                <a:solidFill>
                  <a:schemeClr val="bg1"/>
                </a:solidFill>
                <a:latin typeface="DIN" panose="00000400000000000000" pitchFamily="2" charset="0"/>
              </a:rPr>
              <a:t>IVOLGERSI AL</a:t>
            </a:r>
            <a:r>
              <a:rPr lang="en-US" sz="9400" dirty="0">
                <a:solidFill>
                  <a:schemeClr val="bg1"/>
                </a:solidFill>
                <a:latin typeface="DIN" panose="00000400000000000000" pitchFamily="2" charset="0"/>
              </a:rPr>
              <a:t> </a:t>
            </a:r>
            <a:endParaRPr lang="en-US" sz="4800" dirty="0">
              <a:solidFill>
                <a:srgbClr val="04DFD3"/>
              </a:solidFill>
              <a:latin typeface="DIN" panose="00000400000000000000" pitchFamily="2" charset="0"/>
            </a:endParaRPr>
          </a:p>
          <a:p>
            <a:r>
              <a:rPr lang="en-US" sz="8000" dirty="0">
                <a:solidFill>
                  <a:srgbClr val="FF812A"/>
                </a:solidFill>
                <a:latin typeface="DIN" panose="00000400000000000000" pitchFamily="2" charset="0"/>
              </a:rPr>
              <a:t>PROF. </a:t>
            </a:r>
            <a:r>
              <a:rPr lang="en-US" sz="8000" dirty="0">
                <a:solidFill>
                  <a:srgbClr val="04DFD3"/>
                </a:solidFill>
                <a:latin typeface="DIN" panose="00000400000000000000" pitchFamily="2" charset="0"/>
              </a:rPr>
              <a:t>BIDINOST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EB79039-E259-4346-8076-FBE1D01532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89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174729" y="1695618"/>
            <a:ext cx="6811480" cy="28397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800" dirty="0">
                <a:solidFill>
                  <a:srgbClr val="04DFD3"/>
                </a:solidFill>
                <a:latin typeface="DIN" panose="00000400000000000000" pitchFamily="2" charset="0"/>
              </a:rPr>
              <a:t>G</a:t>
            </a:r>
            <a:r>
              <a:rPr lang="en-US" sz="13800" dirty="0">
                <a:solidFill>
                  <a:schemeClr val="bg1"/>
                </a:solidFill>
                <a:latin typeface="DIN" panose="00000400000000000000" pitchFamily="2" charset="0"/>
              </a:rPr>
              <a:t>RAZIE!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5E95C2-75B5-4EE1-AE4E-0F1C5281E5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2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ED27A68-C2C3-47FF-AA72-88D9A35566FF}"/>
              </a:ext>
            </a:extLst>
          </p:cNvPr>
          <p:cNvSpPr/>
          <p:nvPr/>
        </p:nvSpPr>
        <p:spPr>
          <a:xfrm>
            <a:off x="6096000" y="1348408"/>
            <a:ext cx="45719" cy="41611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A83A1-BF3D-5C42-86E1-7DE7E76DA37F}"/>
              </a:ext>
            </a:extLst>
          </p:cNvPr>
          <p:cNvSpPr txBox="1"/>
          <p:nvPr/>
        </p:nvSpPr>
        <p:spPr>
          <a:xfrm>
            <a:off x="6431968" y="2705723"/>
            <a:ext cx="31864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8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+mn-cs"/>
              </a:rPr>
              <a:t>B I 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45A571D-AF8D-44D2-9814-0EEDA71A53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3312149" y="1459684"/>
            <a:ext cx="2385018" cy="39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901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70</Words>
  <Application>Microsoft Office PowerPoint</Application>
  <PresentationFormat>Widescreen</PresentationFormat>
  <Paragraphs>40</Paragraphs>
  <Slides>22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DIN</vt:lpstr>
      <vt:lpstr>DIN Medium</vt:lpstr>
      <vt:lpstr>DIN Pro Light</vt:lpstr>
      <vt:lpstr>Tw Cen MT</vt:lpstr>
      <vt:lpstr>Tema di Office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VG DM</dc:creator>
  <cp:lastModifiedBy>VG DM</cp:lastModifiedBy>
  <cp:revision>13</cp:revision>
  <cp:lastPrinted>2019-09-19T20:34:10Z</cp:lastPrinted>
  <dcterms:created xsi:type="dcterms:W3CDTF">2019-09-19T18:17:30Z</dcterms:created>
  <dcterms:modified xsi:type="dcterms:W3CDTF">2019-11-08T14:35:34Z</dcterms:modified>
</cp:coreProperties>
</file>