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9" r:id="rId4"/>
  </p:sldMasterIdLst>
  <p:notesMasterIdLst>
    <p:notesMasterId r:id="rId26"/>
  </p:notesMasterIdLst>
  <p:handoutMasterIdLst>
    <p:handoutMasterId r:id="rId27"/>
  </p:handoutMasterIdLst>
  <p:sldIdLst>
    <p:sldId id="262" r:id="rId5"/>
    <p:sldId id="279" r:id="rId6"/>
    <p:sldId id="277" r:id="rId7"/>
    <p:sldId id="276" r:id="rId8"/>
    <p:sldId id="281" r:id="rId9"/>
    <p:sldId id="280" r:id="rId10"/>
    <p:sldId id="282" r:id="rId11"/>
    <p:sldId id="285" r:id="rId12"/>
    <p:sldId id="284" r:id="rId13"/>
    <p:sldId id="286" r:id="rId14"/>
    <p:sldId id="295" r:id="rId15"/>
    <p:sldId id="290" r:id="rId16"/>
    <p:sldId id="294" r:id="rId17"/>
    <p:sldId id="293" r:id="rId18"/>
    <p:sldId id="288" r:id="rId19"/>
    <p:sldId id="299" r:id="rId20"/>
    <p:sldId id="300" r:id="rId21"/>
    <p:sldId id="297" r:id="rId22"/>
    <p:sldId id="298" r:id="rId23"/>
    <p:sldId id="304" r:id="rId24"/>
    <p:sldId id="305" r:id="rId25"/>
  </p:sldIdLst>
  <p:sldSz cx="12192000" cy="6858000"/>
  <p:notesSz cx="6858000" cy="9144000"/>
  <p:defaultTextStyle>
    <a:defPPr rtl="0"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D7"/>
    <a:srgbClr val="45B649"/>
    <a:srgbClr val="CDCDCD"/>
    <a:srgbClr val="DCE35B"/>
    <a:srgbClr val="080808"/>
    <a:srgbClr val="FF872C"/>
    <a:srgbClr val="675E7B"/>
    <a:srgbClr val="04C9BD"/>
    <a:srgbClr val="FF531B"/>
    <a:srgbClr val="6736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317FD1-B6EC-40F4-99A1-5E9277136B2C}" v="339" dt="2019-09-19T19:26:54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A1FF1E76-9DE0-4318-A1D6-5BCA35EDB3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B1FE427-A8EE-4151-83AE-7142804C9C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E0AA587-F489-4E1B-BF9E-924681F2FBCD}" type="datetime1">
              <a:rPr lang="it-IT" smtClean="0"/>
              <a:t>19/09/2019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9F6C1ED-6B2A-4293-8EAE-26E79769A2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FE8C593-8A8F-4655-BF57-0A4B9BBF954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E54EBEE-AA1D-46C8-8DED-0ACC4FECE1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41635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1ECC43C-0A2A-4089-8329-76B58F6C2ECD}" type="datetime1">
              <a:rPr lang="it-IT" noProof="0" smtClean="0"/>
              <a:t>19/09/2019</a:t>
            </a:fld>
            <a:endParaRPr lang="it-IT" noProof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0D871B8-0E9E-432E-8D1E-FA50348940E4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8238663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magin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po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ttangolo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igura a mano libera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igura a mano libera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ttangolo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igura a mano libera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igura a mano libera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igura a mano libera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igura a mano libera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igura a mano libera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igura a mano libera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igura a mano libera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igura a mano libera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igura a mano libera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igura a mano libera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igura a mano libera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igura a mano libera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igura a mano libera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igura a mano libera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igura a mano libera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igura a mano libera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igura a mano libera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igura a mano libera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igura a mano libera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igura a mano libera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igura a mano libera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igura a mano libera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igura a mano libera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igura a mano libera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ttangolo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igura a mano libera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igura a mano libera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igura a mano libera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igura a mano libera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igura a mano libera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igura a mano libera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igura a mano libera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igura a mano libera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igura a mano libera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igura a mano libera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igura a mano libera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ttangolo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igura a mano libera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igura a mano libera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igura a mano libera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igura a mano libera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igura a mano libera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igura a mano libera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igura a mano libera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igura a mano libera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igura a mano libera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igura a mano libera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igura a mano libera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igura a mano libera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igura a mano libera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EE9192E5-2904-4324-B26D-937EA9431DB8}" type="datetime1">
              <a:rPr lang="it-IT" noProof="0" smtClean="0"/>
              <a:t>19/09/2019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5841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ress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16ADEC4-34DC-4FA9-80FA-54545CC900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4219" y="2497976"/>
            <a:ext cx="10723562" cy="1862048"/>
          </a:xfrm>
          <a:noFill/>
        </p:spPr>
        <p:txBody>
          <a:bodyPr wrap="square" rtlCol="0" anchor="ctr">
            <a:sp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500" b="0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" panose="00000400000000000000" pitchFamily="2" charset="0"/>
                <a:ea typeface="+mn-ea"/>
                <a:cs typeface="+mn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" panose="00000400000000000000" pitchFamily="2" charset="0"/>
                <a:ea typeface="+mn-ea"/>
                <a:cs typeface="+mn-cs"/>
              </a:rPr>
              <a:t>IMPRESSIVE</a:t>
            </a:r>
            <a:endParaRPr kumimoji="0" lang="en-US" sz="13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" panose="000004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736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l testo si legge be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9AD5C888-3FC2-4316-BFFE-F54284B21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4219" y="574372"/>
            <a:ext cx="10723562" cy="5709255"/>
          </a:xfrm>
          <a:noFill/>
        </p:spPr>
        <p:txBody>
          <a:bodyPr wrap="square" rtlCol="0" anchor="ctr">
            <a:sp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11500" b="0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" panose="00000400000000000000" pitchFamily="2" charset="0"/>
                <a:ea typeface="+mn-ea"/>
                <a:cs typeface="+mn-cs"/>
              </a:defRPr>
            </a:lvl1pPr>
          </a:lstStyle>
          <a:p>
            <a:pPr algn="ctr">
              <a:spcAft>
                <a:spcPts val="1200"/>
              </a:spcAft>
            </a:pPr>
            <a:r>
              <a:rPr lang="en-US" sz="11500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IL TESTO</a:t>
            </a:r>
          </a:p>
          <a:p>
            <a:pPr algn="ctr">
              <a:spcAft>
                <a:spcPts val="1200"/>
              </a:spcAft>
            </a:pPr>
            <a:r>
              <a:rPr lang="en-US" sz="11500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SI LEGGE</a:t>
            </a:r>
          </a:p>
          <a:p>
            <a:pPr algn="ctr">
              <a:spcAft>
                <a:spcPts val="1200"/>
              </a:spcAft>
            </a:pPr>
            <a:r>
              <a:rPr lang="en-US" sz="11500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BENE</a:t>
            </a:r>
            <a:endParaRPr lang="en-US" sz="13800" dirty="0">
              <a:gradFill>
                <a:gsLst>
                  <a:gs pos="0">
                    <a:srgbClr val="DCE35B"/>
                  </a:gs>
                  <a:gs pos="100000">
                    <a:srgbClr val="45B649"/>
                  </a:gs>
                </a:gsLst>
                <a:lin ang="5400000" scaled="1"/>
              </a:gradFill>
              <a:latin typeface="DIN Medium" panose="0202050000000000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355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 GO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3">
            <a:extLst>
              <a:ext uri="{FF2B5EF4-FFF2-40B4-BE49-F238E27FC236}">
                <a16:creationId xmlns:a16="http://schemas.microsoft.com/office/drawing/2014/main" id="{50134ED4-9F2A-4940-B677-C8DF3BB6EC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4219" y="43458"/>
            <a:ext cx="10723562" cy="6771084"/>
          </a:xfrm>
          <a:noFill/>
        </p:spPr>
        <p:txBody>
          <a:bodyPr wrap="square" rtlCol="0" anchor="ctr">
            <a:sp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13800" b="0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" panose="00000400000000000000" pitchFamily="2" charset="0"/>
                <a:ea typeface="+mn-ea"/>
                <a:cs typeface="+mn-cs"/>
              </a:defRPr>
            </a:lvl1pPr>
          </a:lstStyle>
          <a:p>
            <a:pPr algn="ctr">
              <a:spcAft>
                <a:spcPts val="1200"/>
              </a:spcAft>
            </a:pPr>
            <a:r>
              <a:rPr lang="en-US" sz="13800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IL TESTO</a:t>
            </a:r>
          </a:p>
          <a:p>
            <a:pPr algn="ctr">
              <a:spcAft>
                <a:spcPts val="1200"/>
              </a:spcAft>
            </a:pPr>
            <a:r>
              <a:rPr lang="en-US" sz="13800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SI LEGGE</a:t>
            </a:r>
          </a:p>
          <a:p>
            <a:pPr algn="ctr">
              <a:spcAft>
                <a:spcPts val="1200"/>
              </a:spcAft>
            </a:pPr>
            <a:r>
              <a:rPr lang="en-US" sz="13800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BENE</a:t>
            </a:r>
            <a:endParaRPr lang="en-US" sz="16500" dirty="0">
              <a:gradFill>
                <a:gsLst>
                  <a:gs pos="0">
                    <a:srgbClr val="DCE35B"/>
                  </a:gs>
                  <a:gs pos="100000">
                    <a:srgbClr val="45B649"/>
                  </a:gs>
                </a:gsLst>
                <a:lin ang="5400000" scaled="1"/>
              </a:gradFill>
              <a:latin typeface="DIN Medium" panose="0202050000000000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50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051A98-7199-4FEE-ABED-E979901A5119}" type="datetime1">
              <a:rPr lang="it-IT" noProof="0" smtClean="0"/>
              <a:t>19/09/2019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522801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976DE2-695B-418F-9847-BE0BC6DB5A93}" type="datetime1">
              <a:rPr lang="it-IT" noProof="0" smtClean="0"/>
              <a:t>19/09/2019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214335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1370019" y="2249486"/>
            <a:ext cx="4649783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8" y="2249485"/>
            <a:ext cx="464660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27151C-C633-45A1-9F45-20BFF05E49DF}" type="datetime1">
              <a:rPr lang="it-IT" noProof="0" smtClean="0"/>
              <a:t>19/09/2019</a:t>
            </a:fld>
            <a:endParaRPr lang="it-IT" noProof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846593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B8C304-E871-44AE-9CAD-C822B99DE376}" type="datetime1">
              <a:rPr lang="it-IT" noProof="0" smtClean="0"/>
              <a:t>19/09/2019</a:t>
            </a:fld>
            <a:endParaRPr lang="it-IT" noProof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876122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03130D3-8E02-4DEA-A7E0-9FD77A15429B}" type="datetime1">
              <a:rPr lang="it-IT" noProof="0" smtClean="0"/>
              <a:t>19/09/2019</a:t>
            </a:fld>
            <a:endParaRPr lang="it-IT" noProof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99695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C64895-B867-4B1E-B4A6-A38021E76CFF}" type="datetime1">
              <a:rPr lang="it-IT" noProof="0" smtClean="0"/>
              <a:t>19/09/2019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061360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1A878D4-DC12-4844-8220-C5A61226D8B0}" type="datetime1">
              <a:rPr lang="it-IT" noProof="0" smtClean="0"/>
              <a:t>19/09/2019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109866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it-IT" noProof="0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CF346A-5C37-4CC1-B577-7C536C164787}" type="datetime1">
              <a:rPr lang="it-IT" noProof="0" smtClean="0"/>
              <a:t>19/09/2019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129196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59D2A8B-6026-4632-A016-34CDF2E67C72}" type="datetime1">
              <a:rPr lang="it-IT" noProof="0" smtClean="0"/>
              <a:t>19/09/2019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117256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12" name="Segnaposto testo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Modifica gli stili del testo dello schema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it-IT" noProof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9C0415-D656-4605-B577-031B979F93A5}" type="datetime1">
              <a:rPr lang="it-IT" noProof="0" smtClean="0"/>
              <a:t>19/09/2019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60" name="Casella di testo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it-IT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61" name="Casella di testo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it-IT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902241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97416E-EB6F-4708-BB95-E37E8CC61529}" type="datetime1">
              <a:rPr lang="it-IT" noProof="0" smtClean="0"/>
              <a:t>19/09/2019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747389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olo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Modifica gli stili del testo dello schema</a:t>
            </a:r>
          </a:p>
        </p:txBody>
      </p:sp>
      <p:sp>
        <p:nvSpPr>
          <p:cNvPr id="8" name="Segnaposto testo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Modifica gli stili del testo dello schema</a:t>
            </a:r>
          </a:p>
        </p:txBody>
      </p:sp>
      <p:sp>
        <p:nvSpPr>
          <p:cNvPr id="9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Modifica gli stili del testo dello schema</a:t>
            </a:r>
          </a:p>
        </p:txBody>
      </p:sp>
      <p:sp>
        <p:nvSpPr>
          <p:cNvPr id="10" name="Segnaposto testo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Modifica gli stili del testo dello schema</a:t>
            </a:r>
          </a:p>
        </p:txBody>
      </p:sp>
      <p:sp>
        <p:nvSpPr>
          <p:cNvPr id="11" name="Segnaposto tes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Modifica gli stili del testo dello schema</a:t>
            </a:r>
          </a:p>
        </p:txBody>
      </p:sp>
      <p:sp>
        <p:nvSpPr>
          <p:cNvPr id="12" name="Segnaposto testo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Modifica gli stili del testo dello schema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7C97283-F29E-4010-8942-52D0A671D078}" type="datetime1">
              <a:rPr lang="it-IT" noProof="0" smtClean="0"/>
              <a:t>19/09/2019</a:t>
            </a:fld>
            <a:endParaRPr lang="it-IT" noProof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202244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nna 3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olo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19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Modifica gli stili del testo dello schema</a:t>
            </a:r>
          </a:p>
        </p:txBody>
      </p:sp>
      <p:sp>
        <p:nvSpPr>
          <p:cNvPr id="20" name="Segnaposto immagine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it-IT" noProof="0"/>
              <a:t>Fare clic sull'icona per inserire un'immagine</a:t>
            </a:r>
          </a:p>
        </p:txBody>
      </p:sp>
      <p:sp>
        <p:nvSpPr>
          <p:cNvPr id="21" name="Segnaposto testo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Modifica gli stili del testo dello schema</a:t>
            </a:r>
          </a:p>
        </p:txBody>
      </p:sp>
      <p:sp>
        <p:nvSpPr>
          <p:cNvPr id="22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Modificare gli stili del testo dello schema</a:t>
            </a:r>
          </a:p>
        </p:txBody>
      </p:sp>
      <p:sp>
        <p:nvSpPr>
          <p:cNvPr id="23" name="Segnaposto immagine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it-IT" noProof="0"/>
              <a:t>Fare clic sull'icona per inserire un'immagine</a:t>
            </a:r>
          </a:p>
        </p:txBody>
      </p:sp>
      <p:sp>
        <p:nvSpPr>
          <p:cNvPr id="24" name="Segnaposto testo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Modifica gli stili del testo dello schema</a:t>
            </a:r>
          </a:p>
        </p:txBody>
      </p:sp>
      <p:sp>
        <p:nvSpPr>
          <p:cNvPr id="25" name="Segnaposto tes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Modificare gli stili del testo dello schema</a:t>
            </a:r>
          </a:p>
        </p:txBody>
      </p:sp>
      <p:sp>
        <p:nvSpPr>
          <p:cNvPr id="26" name="Segnaposto immagine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it-IT" noProof="0"/>
              <a:t>Fare clic sull'icona per inserire un'immagine</a:t>
            </a:r>
          </a:p>
        </p:txBody>
      </p:sp>
      <p:sp>
        <p:nvSpPr>
          <p:cNvPr id="27" name="Segnaposto testo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Modifica gli stili del testo dello schema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D6956A1-E53B-4F6A-9933-1664372B5588}" type="datetime1">
              <a:rPr lang="it-IT" noProof="0" smtClean="0"/>
              <a:t>19/09/2019</a:t>
            </a:fld>
            <a:endParaRPr lang="it-IT" noProof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0145445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460B0D-01EE-42BC-B367-11E6D45B79DA}" type="datetime1">
              <a:rPr lang="it-IT" noProof="0" smtClean="0"/>
              <a:t>19/09/2019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5906166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8759D7-67DA-49C9-AB3C-C288BBE5B59C}" type="datetime1">
              <a:rPr lang="it-IT" noProof="0" smtClean="0"/>
              <a:t>19/09/2019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16047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ttangolo 47">
            <a:extLst>
              <a:ext uri="{FF2B5EF4-FFF2-40B4-BE49-F238E27FC236}">
                <a16:creationId xmlns:a16="http://schemas.microsoft.com/office/drawing/2014/main" id="{F487D683-5A3A-46C5-BF76-8E8026CD2627}"/>
              </a:ext>
            </a:extLst>
          </p:cNvPr>
          <p:cNvSpPr/>
          <p:nvPr userDrawn="1"/>
        </p:nvSpPr>
        <p:spPr>
          <a:xfrm>
            <a:off x="-18202" y="-14282"/>
            <a:ext cx="12210201" cy="6858001"/>
          </a:xfrm>
          <a:prstGeom prst="rect">
            <a:avLst/>
          </a:prstGeom>
          <a:solidFill>
            <a:srgbClr val="080808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it-IT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A7896A7-A722-42B5-B6DA-BB1D2B15D558}" type="datetime1">
              <a:rPr lang="it-IT" noProof="0" smtClean="0"/>
              <a:t>19/09/2019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it-IT" noProof="0" smtClean="0"/>
              <a:pPr/>
              <a:t>‹N›</a:t>
            </a:fld>
            <a:endParaRPr lang="it-IT" noProof="0"/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61329F64-D1A7-4CEB-9D70-F4B16C3FAE6F}"/>
              </a:ext>
            </a:extLst>
          </p:cNvPr>
          <p:cNvGrpSpPr/>
          <p:nvPr userDrawn="1"/>
        </p:nvGrpSpPr>
        <p:grpSpPr>
          <a:xfrm>
            <a:off x="-4433" y="-20915"/>
            <a:ext cx="440858" cy="976878"/>
            <a:chOff x="-4433" y="4024"/>
            <a:chExt cx="1201056" cy="2365574"/>
          </a:xfrm>
        </p:grpSpPr>
        <p:sp>
          <p:nvSpPr>
            <p:cNvPr id="21" name="Rettangolo 5"/>
            <p:cNvSpPr>
              <a:spLocks noChangeArrowheads="1"/>
            </p:cNvSpPr>
            <p:nvPr/>
          </p:nvSpPr>
          <p:spPr bwMode="auto">
            <a:xfrm>
              <a:off x="115994" y="8784"/>
              <a:ext cx="24086" cy="2179945"/>
            </a:xfrm>
            <a:prstGeom prst="rect">
              <a:avLst/>
            </a:prstGeom>
            <a:solidFill>
              <a:schemeClr val="tx1"/>
            </a:solidFill>
            <a:ln w="19050" cap="rnd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" name="Figura a mano libera 6"/>
            <p:cNvSpPr>
              <a:spLocks noEditPoints="1"/>
            </p:cNvSpPr>
            <p:nvPr/>
          </p:nvSpPr>
          <p:spPr bwMode="auto">
            <a:xfrm>
              <a:off x="34104" y="2179210"/>
              <a:ext cx="192683" cy="190388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1"/>
            </a:solidFill>
            <a:ln w="19050" cap="rnd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igura a mano libera 8"/>
            <p:cNvSpPr/>
            <p:nvPr/>
          </p:nvSpPr>
          <p:spPr bwMode="auto">
            <a:xfrm>
              <a:off x="202702" y="8784"/>
              <a:ext cx="374126" cy="1810275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1"/>
            </a:solidFill>
            <a:ln w="19050" cap="rnd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igura a mano libera 9"/>
            <p:cNvSpPr>
              <a:spLocks noEditPoints="1"/>
            </p:cNvSpPr>
            <p:nvPr/>
          </p:nvSpPr>
          <p:spPr bwMode="auto">
            <a:xfrm>
              <a:off x="509388" y="1804780"/>
              <a:ext cx="192683" cy="188802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1"/>
            </a:solidFill>
            <a:ln w="19050" cap="rnd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igura a mano libera 10"/>
            <p:cNvSpPr/>
            <p:nvPr/>
          </p:nvSpPr>
          <p:spPr bwMode="auto">
            <a:xfrm>
              <a:off x="289409" y="8784"/>
              <a:ext cx="374126" cy="1429499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1"/>
            </a:solidFill>
            <a:ln w="19050" cap="rnd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igura a mano libera 11"/>
            <p:cNvSpPr/>
            <p:nvPr/>
          </p:nvSpPr>
          <p:spPr bwMode="auto">
            <a:xfrm>
              <a:off x="552742" y="4024"/>
              <a:ext cx="154146" cy="912277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1"/>
            </a:solidFill>
            <a:ln w="19050" cap="rnd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igura a mano libera 12"/>
            <p:cNvSpPr>
              <a:spLocks noEditPoints="1"/>
            </p:cNvSpPr>
            <p:nvPr/>
          </p:nvSpPr>
          <p:spPr bwMode="auto">
            <a:xfrm>
              <a:off x="596095" y="1424003"/>
              <a:ext cx="192683" cy="190388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1"/>
            </a:solidFill>
            <a:ln w="19050" cap="rnd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igura a mano libera 13"/>
            <p:cNvSpPr>
              <a:spLocks noEditPoints="1"/>
            </p:cNvSpPr>
            <p:nvPr/>
          </p:nvSpPr>
          <p:spPr bwMode="auto">
            <a:xfrm>
              <a:off x="596095" y="906782"/>
              <a:ext cx="192683" cy="190388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/>
            </a:solidFill>
            <a:ln w="19050" cap="rnd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igura a mano libera 14"/>
            <p:cNvSpPr/>
            <p:nvPr/>
          </p:nvSpPr>
          <p:spPr bwMode="auto">
            <a:xfrm>
              <a:off x="649083" y="4024"/>
              <a:ext cx="427113" cy="526741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1"/>
            </a:solidFill>
            <a:ln w="19050" cap="rnd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igura a mano libera 15"/>
            <p:cNvSpPr>
              <a:spLocks noEditPoints="1"/>
            </p:cNvSpPr>
            <p:nvPr/>
          </p:nvSpPr>
          <p:spPr bwMode="auto">
            <a:xfrm>
              <a:off x="1032843" y="492687"/>
              <a:ext cx="163780" cy="147551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1"/>
            </a:solidFill>
            <a:ln w="19050" cap="rnd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Linea 16"/>
            <p:cNvSpPr>
              <a:spLocks noChangeShapeType="1"/>
            </p:cNvSpPr>
            <p:nvPr/>
          </p:nvSpPr>
          <p:spPr bwMode="auto">
            <a:xfrm>
              <a:off x="-4433" y="13543"/>
              <a:ext cx="0" cy="0"/>
            </a:xfrm>
            <a:prstGeom prst="line">
              <a:avLst/>
            </a:prstGeom>
            <a:solidFill>
              <a:schemeClr val="tx1"/>
            </a:solidFill>
            <a:ln w="19050" cap="rnd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3" name="Figura a mano libera 17"/>
            <p:cNvSpPr/>
            <p:nvPr/>
          </p:nvSpPr>
          <p:spPr bwMode="auto">
            <a:xfrm>
              <a:off x="10019" y="1804780"/>
              <a:ext cx="125244" cy="126925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1"/>
            </a:solidFill>
            <a:ln w="19050" cap="rnd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9" name="Gruppo 8">
            <a:extLst>
              <a:ext uri="{FF2B5EF4-FFF2-40B4-BE49-F238E27FC236}">
                <a16:creationId xmlns:a16="http://schemas.microsoft.com/office/drawing/2014/main" id="{53FB4F99-FD36-49AA-AE81-8BB18370F1BD}"/>
              </a:ext>
            </a:extLst>
          </p:cNvPr>
          <p:cNvGrpSpPr/>
          <p:nvPr userDrawn="1"/>
        </p:nvGrpSpPr>
        <p:grpSpPr>
          <a:xfrm>
            <a:off x="-12370" y="5134005"/>
            <a:ext cx="725116" cy="1716347"/>
            <a:chOff x="-14067" y="3551592"/>
            <a:chExt cx="1234777" cy="3306405"/>
          </a:xfrm>
        </p:grpSpPr>
        <p:sp>
          <p:nvSpPr>
            <p:cNvPr id="23" name="Figura a mano libera 7"/>
            <p:cNvSpPr>
              <a:spLocks noEditPoints="1"/>
            </p:cNvSpPr>
            <p:nvPr/>
          </p:nvSpPr>
          <p:spPr bwMode="auto">
            <a:xfrm>
              <a:off x="29287" y="4022802"/>
              <a:ext cx="192683" cy="188802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/>
            </a:solidFill>
            <a:ln w="15875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igura a mano libera 18"/>
            <p:cNvSpPr/>
            <p:nvPr/>
          </p:nvSpPr>
          <p:spPr bwMode="auto">
            <a:xfrm>
              <a:off x="-9249" y="3551592"/>
              <a:ext cx="149330" cy="480731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1"/>
            </a:solidFill>
            <a:ln w="15875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Rettangolo 21"/>
            <p:cNvSpPr>
              <a:spLocks noChangeArrowheads="1"/>
            </p:cNvSpPr>
            <p:nvPr/>
          </p:nvSpPr>
          <p:spPr bwMode="auto">
            <a:xfrm>
              <a:off x="135263" y="4663776"/>
              <a:ext cx="24086" cy="2179945"/>
            </a:xfrm>
            <a:prstGeom prst="rect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8" name="Figura a mano libera 22"/>
            <p:cNvSpPr/>
            <p:nvPr/>
          </p:nvSpPr>
          <p:spPr bwMode="auto">
            <a:xfrm>
              <a:off x="226786" y="5042964"/>
              <a:ext cx="374126" cy="1800756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1"/>
            </a:solidFill>
            <a:ln w="15875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igura a mano libera 23"/>
            <p:cNvSpPr>
              <a:spLocks noEditPoints="1"/>
            </p:cNvSpPr>
            <p:nvPr/>
          </p:nvSpPr>
          <p:spPr bwMode="auto">
            <a:xfrm>
              <a:off x="53372" y="4482905"/>
              <a:ext cx="192683" cy="190388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1"/>
            </a:solidFill>
            <a:ln w="15875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igura a mano libera 24"/>
            <p:cNvSpPr/>
            <p:nvPr/>
          </p:nvSpPr>
          <p:spPr bwMode="auto">
            <a:xfrm>
              <a:off x="-14067" y="5628408"/>
              <a:ext cx="86707" cy="1215311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1"/>
            </a:solidFill>
            <a:ln w="15875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igura a mano libera 25"/>
            <p:cNvSpPr>
              <a:spLocks noEditPoints="1"/>
            </p:cNvSpPr>
            <p:nvPr/>
          </p:nvSpPr>
          <p:spPr bwMode="auto">
            <a:xfrm>
              <a:off x="533474" y="4868441"/>
              <a:ext cx="192683" cy="188801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/>
            </a:solidFill>
            <a:ln w="15875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igura a mano libera 26"/>
            <p:cNvSpPr/>
            <p:nvPr/>
          </p:nvSpPr>
          <p:spPr bwMode="auto">
            <a:xfrm>
              <a:off x="313493" y="5423740"/>
              <a:ext cx="378943" cy="1424737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1"/>
            </a:solidFill>
            <a:ln w="15875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igura a mano libera 27"/>
            <p:cNvSpPr/>
            <p:nvPr/>
          </p:nvSpPr>
          <p:spPr bwMode="auto">
            <a:xfrm>
              <a:off x="576826" y="5945720"/>
              <a:ext cx="154146" cy="912277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1"/>
            </a:solidFill>
            <a:ln w="15875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igura a mano libera 28"/>
            <p:cNvSpPr>
              <a:spLocks noEditPoints="1"/>
            </p:cNvSpPr>
            <p:nvPr/>
          </p:nvSpPr>
          <p:spPr bwMode="auto">
            <a:xfrm>
              <a:off x="620180" y="5247633"/>
              <a:ext cx="192683" cy="190388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/>
            </a:solidFill>
            <a:ln w="15875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igura a mano libera 29"/>
            <p:cNvSpPr>
              <a:spLocks noEditPoints="1"/>
            </p:cNvSpPr>
            <p:nvPr/>
          </p:nvSpPr>
          <p:spPr bwMode="auto">
            <a:xfrm>
              <a:off x="620180" y="5764851"/>
              <a:ext cx="192683" cy="190388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/>
            </a:solidFill>
            <a:ln w="15875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igura a mano libera 30"/>
            <p:cNvSpPr/>
            <p:nvPr/>
          </p:nvSpPr>
          <p:spPr bwMode="auto">
            <a:xfrm>
              <a:off x="677985" y="6331250"/>
              <a:ext cx="422297" cy="517220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1"/>
            </a:solidFill>
            <a:ln w="15875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igura a mano libera 31"/>
            <p:cNvSpPr>
              <a:spLocks noEditPoints="1"/>
            </p:cNvSpPr>
            <p:nvPr/>
          </p:nvSpPr>
          <p:spPr bwMode="auto">
            <a:xfrm>
              <a:off x="1061746" y="6221763"/>
              <a:ext cx="158964" cy="147551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1"/>
            </a:solidFill>
            <a:ln w="15875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50" name="Gruppo 49">
            <a:extLst>
              <a:ext uri="{FF2B5EF4-FFF2-40B4-BE49-F238E27FC236}">
                <a16:creationId xmlns:a16="http://schemas.microsoft.com/office/drawing/2014/main" id="{91775590-9673-4C5F-B7DF-4BBE1E3671CE}"/>
              </a:ext>
            </a:extLst>
          </p:cNvPr>
          <p:cNvGrpSpPr/>
          <p:nvPr userDrawn="1"/>
        </p:nvGrpSpPr>
        <p:grpSpPr>
          <a:xfrm>
            <a:off x="11815692" y="-19049"/>
            <a:ext cx="338147" cy="902758"/>
            <a:chOff x="11495507" y="4024"/>
            <a:chExt cx="658332" cy="1729359"/>
          </a:xfrm>
        </p:grpSpPr>
        <p:sp>
          <p:nvSpPr>
            <p:cNvPr id="11" name="Figura a mano libera 32"/>
            <p:cNvSpPr/>
            <p:nvPr/>
          </p:nvSpPr>
          <p:spPr bwMode="auto">
            <a:xfrm>
              <a:off x="11615942" y="4024"/>
              <a:ext cx="422297" cy="512462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1"/>
            </a:solidFill>
            <a:ln w="19050" cap="rnd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" name="Figura a mano libera 33"/>
            <p:cNvSpPr>
              <a:spLocks noEditPoints="1"/>
            </p:cNvSpPr>
            <p:nvPr/>
          </p:nvSpPr>
          <p:spPr bwMode="auto">
            <a:xfrm>
              <a:off x="11495507" y="478408"/>
              <a:ext cx="158964" cy="152311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1"/>
            </a:solidFill>
            <a:ln w="19050" cap="rnd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Figura a mano libera 34"/>
            <p:cNvSpPr>
              <a:spLocks noEditPoints="1"/>
            </p:cNvSpPr>
            <p:nvPr/>
          </p:nvSpPr>
          <p:spPr bwMode="auto">
            <a:xfrm>
              <a:off x="11765263" y="1542995"/>
              <a:ext cx="191077" cy="190388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/>
            </a:solidFill>
            <a:ln w="19050" cap="rnd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igura a mano libera 37"/>
            <p:cNvSpPr/>
            <p:nvPr/>
          </p:nvSpPr>
          <p:spPr bwMode="auto">
            <a:xfrm>
              <a:off x="11845547" y="8784"/>
              <a:ext cx="308292" cy="1543732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1"/>
            </a:solidFill>
            <a:ln w="19050" cap="rnd"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31918522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88" r:id="rId3"/>
    <p:sldLayoutId id="2147483687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4E1EC13-2E05-4C38-8145-C54601083F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6350" y1="36150" x2="46350" y2="36150"/>
                        <a14:foregroundMark x1="47050" y1="28050" x2="47050" y2="28050"/>
                        <a14:foregroundMark x1="46700" y1="20300" x2="46700" y2="20300"/>
                        <a14:foregroundMark x1="42450" y1="15350" x2="42450" y2="15350"/>
                        <a14:foregroundMark x1="55500" y1="48500" x2="55500" y2="48500"/>
                        <a14:foregroundMark x1="42100" y1="56600" x2="42100" y2="56600"/>
                        <a14:foregroundMark x1="41400" y1="86250" x2="41400" y2="86250"/>
                        <a14:foregroundMark x1="48800" y1="86250" x2="48800" y2="86250"/>
                      </a14:backgroundRemoval>
                    </a14:imgEffect>
                  </a14:imgLayer>
                </a14:imgProps>
              </a:ext>
            </a:extLst>
          </a:blip>
          <a:srcRect l="30292" t="8527" r="26825" b="24503"/>
          <a:stretch/>
        </p:blipFill>
        <p:spPr>
          <a:xfrm>
            <a:off x="4355389" y="709301"/>
            <a:ext cx="3786022" cy="5912640"/>
          </a:xfrm>
          <a:prstGeom prst="rect">
            <a:avLst/>
          </a:prstGeom>
        </p:spPr>
      </p:pic>
      <p:sp>
        <p:nvSpPr>
          <p:cNvPr id="4" name="Titolo 1">
            <a:extLst>
              <a:ext uri="{FF2B5EF4-FFF2-40B4-BE49-F238E27FC236}">
                <a16:creationId xmlns:a16="http://schemas.microsoft.com/office/drawing/2014/main" id="{BA759C73-E6BF-4632-A2AF-824EF4FEF3A6}"/>
              </a:ext>
            </a:extLst>
          </p:cNvPr>
          <p:cNvSpPr txBox="1">
            <a:spLocks/>
          </p:cNvSpPr>
          <p:nvPr/>
        </p:nvSpPr>
        <p:spPr>
          <a:xfrm>
            <a:off x="1556084" y="1451811"/>
            <a:ext cx="9079832" cy="39543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4400" b="1" dirty="0">
                <a:latin typeface="DIN Black" panose="02020500000000000000" pitchFamily="18" charset="0"/>
              </a:rPr>
              <a:t>B I T</a:t>
            </a:r>
          </a:p>
        </p:txBody>
      </p:sp>
    </p:spTree>
    <p:extLst>
      <p:ext uri="{BB962C8B-B14F-4D97-AF65-F5344CB8AC3E}">
        <p14:creationId xmlns:p14="http://schemas.microsoft.com/office/powerpoint/2010/main" val="3557294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B5A4EDAB-DAD2-415E-AA31-B98C1A5B49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86112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5010EF-153B-4AAA-B2F3-647C3F8DE8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77717" y="1012952"/>
            <a:ext cx="7280064" cy="4832092"/>
          </a:xfrm>
        </p:spPr>
        <p:txBody>
          <a:bodyPr/>
          <a:lstStyle/>
          <a:p>
            <a:pPr algn="l"/>
            <a:r>
              <a:rPr lang="en-US" sz="9600" dirty="0">
                <a:solidFill>
                  <a:schemeClr val="tx1"/>
                </a:solidFill>
                <a:latin typeface="DIN Medium" panose="02020500000000000000" pitchFamily="18" charset="0"/>
              </a:rPr>
              <a:t>B</a:t>
            </a:r>
            <a:r>
              <a:rPr lang="en-US" sz="9600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EARZI</a:t>
            </a:r>
          </a:p>
          <a:p>
            <a:pPr algn="l"/>
            <a:r>
              <a:rPr lang="en-US" sz="9600" dirty="0">
                <a:solidFill>
                  <a:schemeClr val="tx1"/>
                </a:solidFill>
                <a:latin typeface="DIN Medium" panose="02020500000000000000" pitchFamily="18" charset="0"/>
              </a:rPr>
              <a:t>I</a:t>
            </a:r>
            <a:r>
              <a:rPr lang="en-US" sz="9600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NNOVATION</a:t>
            </a:r>
          </a:p>
          <a:p>
            <a:pPr algn="l"/>
            <a:r>
              <a:rPr lang="en-US" sz="9600" dirty="0">
                <a:solidFill>
                  <a:schemeClr val="tx1"/>
                </a:solidFill>
                <a:latin typeface="DIN Medium" panose="02020500000000000000" pitchFamily="18" charset="0"/>
              </a:rPr>
              <a:t>T</a:t>
            </a:r>
            <a:r>
              <a:rPr lang="en-US" sz="9600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EAM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DE686E6-2C88-44E2-88FB-F87CF1F38E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6350" y1="36150" x2="46350" y2="36150"/>
                        <a14:foregroundMark x1="47050" y1="28050" x2="47050" y2="28050"/>
                        <a14:foregroundMark x1="46700" y1="20300" x2="46700" y2="20300"/>
                        <a14:foregroundMark x1="42450" y1="15350" x2="42450" y2="15350"/>
                        <a14:foregroundMark x1="55500" y1="48500" x2="55500" y2="48500"/>
                        <a14:foregroundMark x1="42100" y1="56600" x2="42100" y2="56600"/>
                        <a14:foregroundMark x1="41400" y1="86250" x2="41400" y2="86250"/>
                        <a14:foregroundMark x1="48800" y1="86250" x2="48800" y2="86250"/>
                      </a14:backgroundRemoval>
                    </a14:imgEffect>
                  </a14:imgLayer>
                </a14:imgProps>
              </a:ext>
            </a:extLst>
          </a:blip>
          <a:srcRect l="30292" t="8527" r="26825" b="24503"/>
          <a:stretch/>
        </p:blipFill>
        <p:spPr>
          <a:xfrm>
            <a:off x="1042444" y="1115736"/>
            <a:ext cx="2962488" cy="462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158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5010EF-153B-4AAA-B2F3-647C3F8DE8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4219" y="897092"/>
            <a:ext cx="10723562" cy="4006803"/>
          </a:xfrm>
        </p:spPr>
        <p:txBody>
          <a:bodyPr/>
          <a:lstStyle/>
          <a:p>
            <a:r>
              <a:rPr lang="en-US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PROGETTO</a:t>
            </a:r>
          </a:p>
          <a:p>
            <a:pPr>
              <a:lnSpc>
                <a:spcPct val="150000"/>
              </a:lnSpc>
            </a:pPr>
            <a:r>
              <a:rPr lang="en-US" sz="10000" dirty="0">
                <a:solidFill>
                  <a:schemeClr val="tx1"/>
                </a:solidFill>
              </a:rPr>
              <a:t>IoT GREENHOUSE</a:t>
            </a:r>
          </a:p>
        </p:txBody>
      </p:sp>
    </p:spTree>
    <p:extLst>
      <p:ext uri="{BB962C8B-B14F-4D97-AF65-F5344CB8AC3E}">
        <p14:creationId xmlns:p14="http://schemas.microsoft.com/office/powerpoint/2010/main" val="2254956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5010EF-153B-4AAA-B2F3-647C3F8DE8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4219" y="1536172"/>
            <a:ext cx="10723562" cy="3785652"/>
          </a:xfrm>
        </p:spPr>
        <p:txBody>
          <a:bodyPr/>
          <a:lstStyle/>
          <a:p>
            <a:r>
              <a:rPr lang="en-US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COMPONENTI</a:t>
            </a:r>
          </a:p>
          <a:p>
            <a:r>
              <a:rPr lang="en-US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IN SVILUPPO</a:t>
            </a:r>
          </a:p>
        </p:txBody>
      </p:sp>
    </p:spTree>
    <p:extLst>
      <p:ext uri="{BB962C8B-B14F-4D97-AF65-F5344CB8AC3E}">
        <p14:creationId xmlns:p14="http://schemas.microsoft.com/office/powerpoint/2010/main" val="4166219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604D24F-B81B-44CE-911C-35CCE94DE709}"/>
              </a:ext>
            </a:extLst>
          </p:cNvPr>
          <p:cNvSpPr/>
          <p:nvPr/>
        </p:nvSpPr>
        <p:spPr>
          <a:xfrm>
            <a:off x="4171950" y="1257299"/>
            <a:ext cx="3848102" cy="3216709"/>
          </a:xfrm>
          <a:prstGeom prst="rect">
            <a:avLst/>
          </a:prstGeom>
          <a:noFill/>
          <a:ln w="60325" cap="rnd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49207CCD-E0F8-4B5A-B12D-3E2D61D38109}"/>
              </a:ext>
            </a:extLst>
          </p:cNvPr>
          <p:cNvSpPr/>
          <p:nvPr/>
        </p:nvSpPr>
        <p:spPr>
          <a:xfrm>
            <a:off x="4171950" y="4474008"/>
            <a:ext cx="3848102" cy="1778690"/>
          </a:xfrm>
          <a:prstGeom prst="rect">
            <a:avLst/>
          </a:prstGeom>
          <a:noFill/>
          <a:ln w="60325" cap="rnd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Elemento grafico 10" descr="Succulento">
            <a:extLst>
              <a:ext uri="{FF2B5EF4-FFF2-40B4-BE49-F238E27FC236}">
                <a16:creationId xmlns:a16="http://schemas.microsoft.com/office/drawing/2014/main" id="{9B32B7A7-32B5-495D-A715-67B7BBFEE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2234" y="2994604"/>
            <a:ext cx="1128318" cy="1128318"/>
          </a:xfrm>
          <a:prstGeom prst="rect">
            <a:avLst/>
          </a:prstGeom>
        </p:spPr>
      </p:pic>
      <p:pic>
        <p:nvPicPr>
          <p:cNvPr id="1026" name="Picture 2" descr="Risultati immagini per robot icon">
            <a:extLst>
              <a:ext uri="{FF2B5EF4-FFF2-40B4-BE49-F238E27FC236}">
                <a16:creationId xmlns:a16="http://schemas.microsoft.com/office/drawing/2014/main" id="{B755ADD7-79A4-4FCD-8498-61D2FD42F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751" y="3261186"/>
            <a:ext cx="987625" cy="98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E2EE3AC1-95C3-4867-B6A2-FCDDB25BAC29}"/>
              </a:ext>
            </a:extLst>
          </p:cNvPr>
          <p:cNvCxnSpPr>
            <a:cxnSpLocks/>
          </p:cNvCxnSpPr>
          <p:nvPr/>
        </p:nvCxnSpPr>
        <p:spPr>
          <a:xfrm flipV="1">
            <a:off x="4610100" y="1314224"/>
            <a:ext cx="0" cy="443816"/>
          </a:xfrm>
          <a:prstGeom prst="line">
            <a:avLst/>
          </a:prstGeom>
          <a:noFill/>
          <a:ln w="60325" cap="rnd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028" name="Picture 4" descr="Immagine correlata">
            <a:extLst>
              <a:ext uri="{FF2B5EF4-FFF2-40B4-BE49-F238E27FC236}">
                <a16:creationId xmlns:a16="http://schemas.microsoft.com/office/drawing/2014/main" id="{4B0A0547-B8D9-41D8-A150-F88F9DD72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8661" y="1701115"/>
            <a:ext cx="1407516" cy="1293489"/>
          </a:xfrm>
          <a:prstGeom prst="rect">
            <a:avLst/>
          </a:prstGeom>
          <a:noFill/>
        </p:spPr>
      </p:pic>
      <p:pic>
        <p:nvPicPr>
          <p:cNvPr id="1030" name="Picture 6" descr="Immagine correlata">
            <a:extLst>
              <a:ext uri="{FF2B5EF4-FFF2-40B4-BE49-F238E27FC236}">
                <a16:creationId xmlns:a16="http://schemas.microsoft.com/office/drawing/2014/main" id="{DB7423E3-B2F4-44F6-A41F-FC47204C4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8688" y="4884034"/>
            <a:ext cx="752472" cy="752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Risultati immagini per arduino icon">
            <a:extLst>
              <a:ext uri="{FF2B5EF4-FFF2-40B4-BE49-F238E27FC236}">
                <a16:creationId xmlns:a16="http://schemas.microsoft.com/office/drawing/2014/main" id="{2257F462-B1ED-4A70-B3C2-2B91143A5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545" y="4575378"/>
            <a:ext cx="684892" cy="68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" name="Ovale 1024">
            <a:extLst>
              <a:ext uri="{FF2B5EF4-FFF2-40B4-BE49-F238E27FC236}">
                <a16:creationId xmlns:a16="http://schemas.microsoft.com/office/drawing/2014/main" id="{BD0315B0-1347-44CA-9B97-52E9D2A88983}"/>
              </a:ext>
            </a:extLst>
          </p:cNvPr>
          <p:cNvSpPr/>
          <p:nvPr/>
        </p:nvSpPr>
        <p:spPr>
          <a:xfrm>
            <a:off x="7030132" y="4261682"/>
            <a:ext cx="142875" cy="147650"/>
          </a:xfrm>
          <a:prstGeom prst="ellipse">
            <a:avLst/>
          </a:prstGeom>
          <a:solidFill>
            <a:srgbClr val="CDCD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86C03470-7AB5-4B25-98B6-89458FDB1843}"/>
              </a:ext>
            </a:extLst>
          </p:cNvPr>
          <p:cNvSpPr/>
          <p:nvPr/>
        </p:nvSpPr>
        <p:spPr>
          <a:xfrm>
            <a:off x="7340105" y="4261682"/>
            <a:ext cx="142875" cy="147650"/>
          </a:xfrm>
          <a:prstGeom prst="ellipse">
            <a:avLst/>
          </a:prstGeom>
          <a:solidFill>
            <a:srgbClr val="CDCD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8" name="Picture 14" descr="Immagine correlata">
            <a:extLst>
              <a:ext uri="{FF2B5EF4-FFF2-40B4-BE49-F238E27FC236}">
                <a16:creationId xmlns:a16="http://schemas.microsoft.com/office/drawing/2014/main" id="{74EF05A8-15EC-44C3-8FAF-1BE5A69F8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9340" y="4688064"/>
            <a:ext cx="899160" cy="89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8" descr="Risultati immagini per arduino icon">
            <a:extLst>
              <a:ext uri="{FF2B5EF4-FFF2-40B4-BE49-F238E27FC236}">
                <a16:creationId xmlns:a16="http://schemas.microsoft.com/office/drawing/2014/main" id="{E3CA98A4-5C3E-4312-983B-BE90A7EBC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538" y="4575378"/>
            <a:ext cx="684892" cy="68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CF37D59-4AFC-41EB-845B-6E68374A942C}"/>
              </a:ext>
            </a:extLst>
          </p:cNvPr>
          <p:cNvSpPr txBox="1"/>
          <p:nvPr/>
        </p:nvSpPr>
        <p:spPr>
          <a:xfrm>
            <a:off x="9303795" y="1812069"/>
            <a:ext cx="1729180" cy="58477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>
            <a:defPPr rtl="0">
              <a:defRPr lang="it-it"/>
            </a:defPPr>
            <a:lvl1pPr>
              <a:defRPr sz="1600">
                <a:solidFill>
                  <a:srgbClr val="45B649"/>
                </a:solidFill>
                <a:latin typeface="DIN Medium" panose="02020500000000000000" pitchFamily="18" charset="0"/>
                <a:cs typeface="DIN Pro Light" panose="020B0504020101010102" pitchFamily="34" charset="0"/>
              </a:defRPr>
            </a:lvl1pPr>
          </a:lstStyle>
          <a:p>
            <a:r>
              <a:rPr lang="en-US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cs typeface="+mn-cs"/>
              </a:rPr>
              <a:t>ROBOT</a:t>
            </a:r>
            <a:r>
              <a:rPr lang="en-US" dirty="0"/>
              <a:t> </a:t>
            </a:r>
          </a:p>
          <a:p>
            <a:r>
              <a:rPr lang="en-US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cs typeface="+mn-cs"/>
              </a:rPr>
              <a:t>TUTTOFARE</a:t>
            </a:r>
          </a:p>
        </p:txBody>
      </p:sp>
      <p:cxnSp>
        <p:nvCxnSpPr>
          <p:cNvPr id="73" name="Connettore 2 72">
            <a:extLst>
              <a:ext uri="{FF2B5EF4-FFF2-40B4-BE49-F238E27FC236}">
                <a16:creationId xmlns:a16="http://schemas.microsoft.com/office/drawing/2014/main" id="{CDBA418A-F159-4288-8F50-75108E6D4661}"/>
              </a:ext>
            </a:extLst>
          </p:cNvPr>
          <p:cNvCxnSpPr>
            <a:cxnSpLocks/>
          </p:cNvCxnSpPr>
          <p:nvPr/>
        </p:nvCxnSpPr>
        <p:spPr>
          <a:xfrm flipH="1">
            <a:off x="8212373" y="2248923"/>
            <a:ext cx="975926" cy="1012263"/>
          </a:xfrm>
          <a:prstGeom prst="straightConnector1">
            <a:avLst/>
          </a:prstGeom>
          <a:ln w="28575">
            <a:solidFill>
              <a:schemeClr val="tx1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1BC5F6F0-35AD-41CB-BE8A-9408F57AE3B3}"/>
              </a:ext>
            </a:extLst>
          </p:cNvPr>
          <p:cNvSpPr txBox="1"/>
          <p:nvPr/>
        </p:nvSpPr>
        <p:spPr>
          <a:xfrm>
            <a:off x="10033169" y="3066678"/>
            <a:ext cx="1729180" cy="830997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WEB</a:t>
            </a:r>
            <a:r>
              <a:rPr lang="en-US" sz="1600" dirty="0">
                <a:solidFill>
                  <a:srgbClr val="45B649"/>
                </a:solidFill>
                <a:latin typeface="DIN Medium" panose="02020500000000000000" pitchFamily="18" charset="0"/>
                <a:cs typeface="DIN Pro Light" panose="020B0504020101010102" pitchFamily="34" charset="0"/>
              </a:rPr>
              <a:t> </a:t>
            </a:r>
            <a:r>
              <a:rPr lang="en-US" sz="1600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APP</a:t>
            </a:r>
          </a:p>
          <a:p>
            <a:r>
              <a:rPr lang="en-US" sz="1600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GESTIONE</a:t>
            </a:r>
            <a:r>
              <a:rPr lang="en-US" sz="1600" dirty="0">
                <a:solidFill>
                  <a:srgbClr val="45B649"/>
                </a:solidFill>
                <a:latin typeface="DIN Medium" panose="02020500000000000000" pitchFamily="18" charset="0"/>
                <a:cs typeface="DIN Pro Light" panose="020B0504020101010102" pitchFamily="34" charset="0"/>
              </a:rPr>
              <a:t> </a:t>
            </a:r>
            <a:r>
              <a:rPr lang="en-US" sz="1600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SISTEMI</a:t>
            </a:r>
          </a:p>
        </p:txBody>
      </p:sp>
      <p:cxnSp>
        <p:nvCxnSpPr>
          <p:cNvPr id="82" name="Connettore 2 81">
            <a:extLst>
              <a:ext uri="{FF2B5EF4-FFF2-40B4-BE49-F238E27FC236}">
                <a16:creationId xmlns:a16="http://schemas.microsoft.com/office/drawing/2014/main" id="{920ED5E0-BB04-4D68-B5BA-9811A8A82CDB}"/>
              </a:ext>
            </a:extLst>
          </p:cNvPr>
          <p:cNvCxnSpPr>
            <a:cxnSpLocks/>
          </p:cNvCxnSpPr>
          <p:nvPr/>
        </p:nvCxnSpPr>
        <p:spPr>
          <a:xfrm>
            <a:off x="10535228" y="3897675"/>
            <a:ext cx="0" cy="728013"/>
          </a:xfrm>
          <a:prstGeom prst="straightConnector1">
            <a:avLst/>
          </a:prstGeom>
          <a:ln w="28575">
            <a:solidFill>
              <a:schemeClr val="tx1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CasellaDiTesto 87">
            <a:extLst>
              <a:ext uri="{FF2B5EF4-FFF2-40B4-BE49-F238E27FC236}">
                <a16:creationId xmlns:a16="http://schemas.microsoft.com/office/drawing/2014/main" id="{33CF799D-719F-4787-99ED-4C5E6A17B833}"/>
              </a:ext>
            </a:extLst>
          </p:cNvPr>
          <p:cNvSpPr txBox="1"/>
          <p:nvPr/>
        </p:nvSpPr>
        <p:spPr>
          <a:xfrm>
            <a:off x="1460019" y="4349510"/>
            <a:ext cx="1729180" cy="33855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>
            <a:defPPr rtl="0">
              <a:defRPr lang="it-it"/>
            </a:defPPr>
            <a:lvl1pPr>
              <a:defRPr sz="160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defRPr>
            </a:lvl1pPr>
          </a:lstStyle>
          <a:p>
            <a:r>
              <a:rPr lang="en-US" dirty="0"/>
              <a:t>SENSORI</a:t>
            </a:r>
          </a:p>
        </p:txBody>
      </p:sp>
      <p:cxnSp>
        <p:nvCxnSpPr>
          <p:cNvPr id="89" name="Connettore 2 88">
            <a:extLst>
              <a:ext uri="{FF2B5EF4-FFF2-40B4-BE49-F238E27FC236}">
                <a16:creationId xmlns:a16="http://schemas.microsoft.com/office/drawing/2014/main" id="{5A4A4FB9-B7EB-4FD0-8CCC-FF3368B8E029}"/>
              </a:ext>
            </a:extLst>
          </p:cNvPr>
          <p:cNvCxnSpPr>
            <a:cxnSpLocks/>
          </p:cNvCxnSpPr>
          <p:nvPr/>
        </p:nvCxnSpPr>
        <p:spPr>
          <a:xfrm>
            <a:off x="2547631" y="4578509"/>
            <a:ext cx="1395792" cy="339315"/>
          </a:xfrm>
          <a:prstGeom prst="straightConnector1">
            <a:avLst/>
          </a:prstGeom>
          <a:ln w="28575">
            <a:solidFill>
              <a:schemeClr val="tx1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16" descr="Immagine correlata">
            <a:extLst>
              <a:ext uri="{FF2B5EF4-FFF2-40B4-BE49-F238E27FC236}">
                <a16:creationId xmlns:a16="http://schemas.microsoft.com/office/drawing/2014/main" id="{07AF2350-04A6-43B0-8CB2-D4B16CC30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552" y="5587224"/>
            <a:ext cx="543722" cy="54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0" descr="Risultati immagini per cables icon">
            <a:extLst>
              <a:ext uri="{FF2B5EF4-FFF2-40B4-BE49-F238E27FC236}">
                <a16:creationId xmlns:a16="http://schemas.microsoft.com/office/drawing/2014/main" id="{2236527D-06BE-492F-8893-AF9E66E7E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567" y="5600701"/>
            <a:ext cx="543722" cy="54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CasellaDiTesto 93">
            <a:extLst>
              <a:ext uri="{FF2B5EF4-FFF2-40B4-BE49-F238E27FC236}">
                <a16:creationId xmlns:a16="http://schemas.microsoft.com/office/drawing/2014/main" id="{FAC4C5F9-A569-48CD-9997-3EBC33520B1F}"/>
              </a:ext>
            </a:extLst>
          </p:cNvPr>
          <p:cNvSpPr txBox="1"/>
          <p:nvPr/>
        </p:nvSpPr>
        <p:spPr>
          <a:xfrm>
            <a:off x="6202774" y="342401"/>
            <a:ext cx="1729180" cy="58477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COSTRUZIONE</a:t>
            </a:r>
            <a:r>
              <a:rPr lang="en-US" sz="1600" dirty="0">
                <a:solidFill>
                  <a:srgbClr val="45B649"/>
                </a:solidFill>
                <a:latin typeface="DIN Medium" panose="02020500000000000000" pitchFamily="18" charset="0"/>
                <a:cs typeface="DIN Pro Light" panose="020B0504020101010102" pitchFamily="34" charset="0"/>
              </a:rPr>
              <a:t> </a:t>
            </a:r>
            <a:r>
              <a:rPr lang="en-US" sz="1600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SERRA</a:t>
            </a:r>
          </a:p>
        </p:txBody>
      </p:sp>
      <p:cxnSp>
        <p:nvCxnSpPr>
          <p:cNvPr id="95" name="Connettore 2 94">
            <a:extLst>
              <a:ext uri="{FF2B5EF4-FFF2-40B4-BE49-F238E27FC236}">
                <a16:creationId xmlns:a16="http://schemas.microsoft.com/office/drawing/2014/main" id="{7F846E70-0672-4677-ABC5-BAB12E6C45B9}"/>
              </a:ext>
            </a:extLst>
          </p:cNvPr>
          <p:cNvCxnSpPr>
            <a:cxnSpLocks/>
          </p:cNvCxnSpPr>
          <p:nvPr/>
        </p:nvCxnSpPr>
        <p:spPr>
          <a:xfrm flipH="1">
            <a:off x="7288094" y="775855"/>
            <a:ext cx="34739" cy="376518"/>
          </a:xfrm>
          <a:prstGeom prst="straightConnector1">
            <a:avLst/>
          </a:prstGeom>
          <a:ln w="28575">
            <a:solidFill>
              <a:schemeClr val="tx1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CasellaDiTesto 97">
            <a:extLst>
              <a:ext uri="{FF2B5EF4-FFF2-40B4-BE49-F238E27FC236}">
                <a16:creationId xmlns:a16="http://schemas.microsoft.com/office/drawing/2014/main" id="{CED62C05-1938-48D8-91B0-C46EDB8A0F2F}"/>
              </a:ext>
            </a:extLst>
          </p:cNvPr>
          <p:cNvSpPr txBox="1"/>
          <p:nvPr/>
        </p:nvSpPr>
        <p:spPr>
          <a:xfrm>
            <a:off x="1104508" y="5431424"/>
            <a:ext cx="1729180" cy="33855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CABLAGGIO</a:t>
            </a:r>
          </a:p>
        </p:txBody>
      </p:sp>
      <p:cxnSp>
        <p:nvCxnSpPr>
          <p:cNvPr id="99" name="Connettore 2 98">
            <a:extLst>
              <a:ext uri="{FF2B5EF4-FFF2-40B4-BE49-F238E27FC236}">
                <a16:creationId xmlns:a16="http://schemas.microsoft.com/office/drawing/2014/main" id="{57F350E6-8C53-467F-AFD6-F62A6C73ED32}"/>
              </a:ext>
            </a:extLst>
          </p:cNvPr>
          <p:cNvCxnSpPr>
            <a:cxnSpLocks/>
          </p:cNvCxnSpPr>
          <p:nvPr/>
        </p:nvCxnSpPr>
        <p:spPr>
          <a:xfrm>
            <a:off x="2504410" y="5625463"/>
            <a:ext cx="1418092" cy="233622"/>
          </a:xfrm>
          <a:prstGeom prst="straightConnector1">
            <a:avLst/>
          </a:prstGeom>
          <a:ln w="28575">
            <a:solidFill>
              <a:schemeClr val="tx1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676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5010EF-153B-4AAA-B2F3-647C3F8DE8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4219" y="2497974"/>
            <a:ext cx="10723562" cy="1862048"/>
          </a:xfrm>
        </p:spPr>
        <p:txBody>
          <a:bodyPr/>
          <a:lstStyle/>
          <a:p>
            <a:r>
              <a:rPr lang="en-US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PERCHÈ?</a:t>
            </a:r>
          </a:p>
        </p:txBody>
      </p:sp>
    </p:spTree>
    <p:extLst>
      <p:ext uri="{BB962C8B-B14F-4D97-AF65-F5344CB8AC3E}">
        <p14:creationId xmlns:p14="http://schemas.microsoft.com/office/powerpoint/2010/main" val="2002296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A5EF4681-5993-4383-BD95-8B82E53093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4219" y="1613119"/>
            <a:ext cx="10723562" cy="3631763"/>
          </a:xfrm>
        </p:spPr>
        <p:txBody>
          <a:bodyPr/>
          <a:lstStyle/>
          <a:p>
            <a:r>
              <a:rPr lang="en-US" dirty="0"/>
              <a:t>RISULTATI</a:t>
            </a:r>
          </a:p>
          <a:p>
            <a:r>
              <a:rPr lang="en-US" dirty="0"/>
              <a:t>CONCRETI</a:t>
            </a:r>
            <a:endParaRPr lang="en-US" sz="13800" dirty="0"/>
          </a:p>
        </p:txBody>
      </p:sp>
    </p:spTree>
    <p:extLst>
      <p:ext uri="{BB962C8B-B14F-4D97-AF65-F5344CB8AC3E}">
        <p14:creationId xmlns:p14="http://schemas.microsoft.com/office/powerpoint/2010/main" val="758740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A5EF4681-5993-4383-BD95-8B82E53093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4219" y="2644170"/>
            <a:ext cx="10723562" cy="1569660"/>
          </a:xfrm>
        </p:spPr>
        <p:txBody>
          <a:bodyPr/>
          <a:lstStyle/>
          <a:p>
            <a:r>
              <a:rPr lang="en-US" sz="9600" dirty="0"/>
              <a:t>SODDISFAZIONE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882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A5EF4681-5993-4383-BD95-8B82E53093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4219" y="2644170"/>
            <a:ext cx="10723562" cy="1569660"/>
          </a:xfrm>
        </p:spPr>
        <p:txBody>
          <a:bodyPr/>
          <a:lstStyle/>
          <a:p>
            <a:r>
              <a:rPr lang="en-US" sz="9600" dirty="0"/>
              <a:t>CI DIVERTIAMO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627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A5EF4681-5993-4383-BD95-8B82E53093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4219" y="1613119"/>
            <a:ext cx="10723562" cy="3631763"/>
          </a:xfrm>
        </p:spPr>
        <p:txBody>
          <a:bodyPr/>
          <a:lstStyle/>
          <a:p>
            <a:r>
              <a:rPr lang="en-US" dirty="0"/>
              <a:t>PENSIAMO IN</a:t>
            </a:r>
          </a:p>
          <a:p>
            <a:r>
              <a:rPr lang="en-US" dirty="0"/>
              <a:t>GRANDE</a:t>
            </a:r>
          </a:p>
        </p:txBody>
      </p:sp>
    </p:spTree>
    <p:extLst>
      <p:ext uri="{BB962C8B-B14F-4D97-AF65-F5344CB8AC3E}">
        <p14:creationId xmlns:p14="http://schemas.microsoft.com/office/powerpoint/2010/main" val="2808407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5010EF-153B-4AAA-B2F3-647C3F8DE8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4219" y="2497974"/>
            <a:ext cx="10723562" cy="1862048"/>
          </a:xfrm>
        </p:spPr>
        <p:txBody>
          <a:bodyPr/>
          <a:lstStyle/>
          <a:p>
            <a:r>
              <a:rPr lang="en-US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QUANDO?</a:t>
            </a:r>
          </a:p>
        </p:txBody>
      </p:sp>
    </p:spTree>
    <p:extLst>
      <p:ext uri="{BB962C8B-B14F-4D97-AF65-F5344CB8AC3E}">
        <p14:creationId xmlns:p14="http://schemas.microsoft.com/office/powerpoint/2010/main" val="86370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A5EF4681-5993-4383-BD95-8B82E53093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4219" y="1905506"/>
            <a:ext cx="10723562" cy="3046988"/>
          </a:xfrm>
        </p:spPr>
        <p:txBody>
          <a:bodyPr/>
          <a:lstStyle/>
          <a:p>
            <a:r>
              <a:rPr lang="en-US" sz="9600" dirty="0"/>
              <a:t>…</a:t>
            </a:r>
            <a:r>
              <a:rPr lang="en-US" sz="9600" dirty="0" err="1"/>
              <a:t>quando</a:t>
            </a:r>
            <a:r>
              <a:rPr lang="en-US" sz="9600" dirty="0"/>
              <a:t> </a:t>
            </a:r>
            <a:r>
              <a:rPr lang="en-US" sz="9600" dirty="0" err="1"/>
              <a:t>si</a:t>
            </a:r>
            <a:r>
              <a:rPr lang="en-US" sz="9600" dirty="0"/>
              <a:t> </a:t>
            </a:r>
            <a:r>
              <a:rPr lang="en-US" sz="9600" dirty="0" err="1"/>
              <a:t>combina</a:t>
            </a:r>
            <a:r>
              <a:rPr lang="en-US" sz="960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546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5010EF-153B-4AAA-B2F3-647C3F8DE8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4219" y="277203"/>
            <a:ext cx="10723562" cy="5324535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it-IT" sz="8000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CI INCONTRIAMO</a:t>
            </a:r>
          </a:p>
          <a:p>
            <a:r>
              <a:rPr lang="it-IT" sz="6000" dirty="0" err="1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VENERDì</a:t>
            </a:r>
            <a:r>
              <a:rPr lang="it-IT" sz="6000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 POMERIGGIO</a:t>
            </a:r>
          </a:p>
          <a:p>
            <a:r>
              <a:rPr lang="it-IT" sz="6000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14 - 17</a:t>
            </a:r>
          </a:p>
        </p:txBody>
      </p:sp>
    </p:spTree>
    <p:extLst>
      <p:ext uri="{BB962C8B-B14F-4D97-AF65-F5344CB8AC3E}">
        <p14:creationId xmlns:p14="http://schemas.microsoft.com/office/powerpoint/2010/main" val="2743235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isultati immagini per discord icon">
            <a:extLst>
              <a:ext uri="{FF2B5EF4-FFF2-40B4-BE49-F238E27FC236}">
                <a16:creationId xmlns:a16="http://schemas.microsoft.com/office/drawing/2014/main" id="{CA7F5931-62C0-4C65-AEA7-63E32910B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845" y="2104737"/>
            <a:ext cx="2648527" cy="264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mmagine correlata">
            <a:extLst>
              <a:ext uri="{FF2B5EF4-FFF2-40B4-BE49-F238E27FC236}">
                <a16:creationId xmlns:a16="http://schemas.microsoft.com/office/drawing/2014/main" id="{20B2C5DF-6161-41C7-B770-E85CEF68E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451" y="2387367"/>
            <a:ext cx="2083266" cy="208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Risultati immagini per whatsapp audio icon">
            <a:extLst>
              <a:ext uri="{FF2B5EF4-FFF2-40B4-BE49-F238E27FC236}">
                <a16:creationId xmlns:a16="http://schemas.microsoft.com/office/drawing/2014/main" id="{D4C9CFF7-B520-49F3-A030-5853BE34D3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4" t="28379" r="70459" b="28808"/>
          <a:stretch/>
        </p:blipFill>
        <p:spPr bwMode="auto">
          <a:xfrm>
            <a:off x="8638181" y="1960926"/>
            <a:ext cx="2083266" cy="293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7613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5010EF-153B-4AAA-B2F3-647C3F8DE8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4219" y="2497974"/>
            <a:ext cx="10723562" cy="1862048"/>
          </a:xfrm>
        </p:spPr>
        <p:txBody>
          <a:bodyPr/>
          <a:lstStyle/>
          <a:p>
            <a:r>
              <a:rPr lang="en-US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CHI?</a:t>
            </a:r>
          </a:p>
        </p:txBody>
      </p:sp>
    </p:spTree>
    <p:extLst>
      <p:ext uri="{BB962C8B-B14F-4D97-AF65-F5344CB8AC3E}">
        <p14:creationId xmlns:p14="http://schemas.microsoft.com/office/powerpoint/2010/main" val="2111176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A5EF4681-5993-4383-BD95-8B82E53093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4219" y="1301282"/>
            <a:ext cx="10723562" cy="378565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9600" dirty="0"/>
              <a:t>INFORMATICI</a:t>
            </a:r>
          </a:p>
          <a:p>
            <a:r>
              <a:rPr lang="en-US" sz="9600" dirty="0"/>
              <a:t>MECCATRONICI</a:t>
            </a:r>
          </a:p>
        </p:txBody>
      </p:sp>
    </p:spTree>
    <p:extLst>
      <p:ext uri="{BB962C8B-B14F-4D97-AF65-F5344CB8AC3E}">
        <p14:creationId xmlns:p14="http://schemas.microsoft.com/office/powerpoint/2010/main" val="4054214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5010EF-153B-4AAA-B2F3-647C3F8DE8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4219" y="2497974"/>
            <a:ext cx="10723562" cy="1862048"/>
          </a:xfrm>
        </p:spPr>
        <p:txBody>
          <a:bodyPr/>
          <a:lstStyle/>
          <a:p>
            <a:r>
              <a:rPr lang="en-US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…</a:t>
            </a:r>
            <a:r>
              <a:rPr lang="en-US" dirty="0" err="1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interessato</a:t>
            </a:r>
            <a:r>
              <a:rPr lang="en-US" dirty="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66678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A5EF4681-5993-4383-BD95-8B82E53093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4219" y="1305341"/>
            <a:ext cx="10723562" cy="4247317"/>
          </a:xfrm>
        </p:spPr>
        <p:txBody>
          <a:bodyPr/>
          <a:lstStyle/>
          <a:p>
            <a:r>
              <a:rPr lang="en-US" dirty="0" err="1">
                <a:solidFill>
                  <a:srgbClr val="FFFF00"/>
                </a:solidFill>
              </a:rPr>
              <a:t>Parte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ancora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da </a:t>
            </a:r>
            <a:r>
              <a:rPr lang="en-US" dirty="0" err="1">
                <a:solidFill>
                  <a:srgbClr val="FFFF00"/>
                </a:solidFill>
              </a:rPr>
              <a:t>vedere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sz="3200" dirty="0">
                <a:solidFill>
                  <a:srgbClr val="FFFF00"/>
                </a:solidFill>
              </a:rPr>
              <a:t>(Come </a:t>
            </a:r>
            <a:r>
              <a:rPr lang="en-US" sz="3200" dirty="0" err="1">
                <a:solidFill>
                  <a:srgbClr val="FFFF00"/>
                </a:solidFill>
              </a:rPr>
              <a:t>interagire</a:t>
            </a:r>
            <a:r>
              <a:rPr lang="en-US" sz="3200" dirty="0">
                <a:solidFill>
                  <a:srgbClr val="FFFF00"/>
                </a:solidFill>
              </a:rPr>
              <a:t> con le </a:t>
            </a:r>
            <a:r>
              <a:rPr lang="en-US" sz="3200" dirty="0" err="1">
                <a:solidFill>
                  <a:srgbClr val="FFFF00"/>
                </a:solidFill>
              </a:rPr>
              <a:t>persone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dirty="0" err="1">
                <a:solidFill>
                  <a:srgbClr val="FFFF00"/>
                </a:solidFill>
              </a:rPr>
              <a:t>interessate</a:t>
            </a:r>
            <a:r>
              <a:rPr lang="en-US" sz="3200" dirty="0">
                <a:solidFill>
                  <a:srgbClr val="FFFF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51139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E637ACEF-D9B0-4A70-9869-387DB0EE7A0F}"/>
              </a:ext>
            </a:extLst>
          </p:cNvPr>
          <p:cNvSpPr txBox="1"/>
          <p:nvPr/>
        </p:nvSpPr>
        <p:spPr>
          <a:xfrm>
            <a:off x="9404058" y="1088724"/>
            <a:ext cx="261736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900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:)</a:t>
            </a:r>
          </a:p>
        </p:txBody>
      </p:sp>
      <p:pic>
        <p:nvPicPr>
          <p:cNvPr id="4098" name="Picture 2" descr="Risultati immagini per Windows error screen">
            <a:extLst>
              <a:ext uri="{FF2B5EF4-FFF2-40B4-BE49-F238E27FC236}">
                <a16:creationId xmlns:a16="http://schemas.microsoft.com/office/drawing/2014/main" id="{521FA810-19BC-421F-9AD1-C3F890F38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546" y="506557"/>
            <a:ext cx="10390909" cy="584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BD1E8BD6-E662-4328-84B1-40C253CD7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152610" y="1470902"/>
            <a:ext cx="571580" cy="1267002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0E99EBB6-24D8-46AD-914B-312DB4115C17}"/>
              </a:ext>
            </a:extLst>
          </p:cNvPr>
          <p:cNvSpPr/>
          <p:nvPr/>
        </p:nvSpPr>
        <p:spPr>
          <a:xfrm>
            <a:off x="1965533" y="2623559"/>
            <a:ext cx="6084605" cy="1153682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Grazie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per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l’attenzione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27733B1-C2BE-4476-A312-8DE424FCD88D}"/>
              </a:ext>
            </a:extLst>
          </p:cNvPr>
          <p:cNvSpPr txBox="1"/>
          <p:nvPr/>
        </p:nvSpPr>
        <p:spPr>
          <a:xfrm>
            <a:off x="9720082" y="506557"/>
            <a:ext cx="16049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Segoe UI" panose="020B0502040204020203" pitchFamily="34" charset="0"/>
                <a:cs typeface="Segoe UI" panose="020B0502040204020203" pitchFamily="34" charset="0"/>
              </a:rPr>
              <a:t>Windows… am I right!?</a:t>
            </a:r>
          </a:p>
        </p:txBody>
      </p:sp>
    </p:spTree>
    <p:extLst>
      <p:ext uri="{BB962C8B-B14F-4D97-AF65-F5344CB8AC3E}">
        <p14:creationId xmlns:p14="http://schemas.microsoft.com/office/powerpoint/2010/main" val="1804531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Risultati immagini per autocad errore irreversibile">
            <a:extLst>
              <a:ext uri="{FF2B5EF4-FFF2-40B4-BE49-F238E27FC236}">
                <a16:creationId xmlns:a16="http://schemas.microsoft.com/office/drawing/2014/main" id="{A30205BB-5793-4384-8065-849D48CCF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2628900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Risultati immagini per autocad  unhandled access violation reading">
            <a:extLst>
              <a:ext uri="{FF2B5EF4-FFF2-40B4-BE49-F238E27FC236}">
                <a16:creationId xmlns:a16="http://schemas.microsoft.com/office/drawing/2014/main" id="{5DB0D8E7-C40B-4E29-90F5-A0A0A6B8B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27" y="457638"/>
            <a:ext cx="10603346" cy="594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C2448771-1CE0-4213-AD10-723475F3FA6C}"/>
              </a:ext>
            </a:extLst>
          </p:cNvPr>
          <p:cNvSpPr txBox="1"/>
          <p:nvPr/>
        </p:nvSpPr>
        <p:spPr>
          <a:xfrm>
            <a:off x="5670959" y="3808602"/>
            <a:ext cx="15039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900" b="1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grazie</a:t>
            </a:r>
            <a:r>
              <a:rPr lang="en-US" sz="9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per </a:t>
            </a:r>
            <a:r>
              <a:rPr lang="en-US" sz="900" b="1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l’attenzione</a:t>
            </a:r>
            <a:r>
              <a:rPr lang="en-US" sz="9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1307795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FC2E94F-2E39-4EBB-97BC-543CE66A5E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2AC10B2-1A4E-4C97-80EB-84F8EB8280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6D23C2-92AC-4CD9-AE3C-2EC38A8923D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Theme07_Circuit_SL_v7</Template>
  <TotalTime>0</TotalTime>
  <Words>82</Words>
  <Application>Microsoft Office PowerPoint</Application>
  <PresentationFormat>Widescreen</PresentationFormat>
  <Paragraphs>40</Paragraphs>
  <Slides>21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9" baseType="lpstr">
      <vt:lpstr>Arial</vt:lpstr>
      <vt:lpstr>Calibri</vt:lpstr>
      <vt:lpstr>DIN</vt:lpstr>
      <vt:lpstr>DIN Black</vt:lpstr>
      <vt:lpstr>DIN Medium</vt:lpstr>
      <vt:lpstr>Segoe UI</vt:lpstr>
      <vt:lpstr>Tw Cen MT</vt:lpstr>
      <vt:lpstr>Circuito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2019-05-13T13:47:32Z</dcterms:created>
  <dcterms:modified xsi:type="dcterms:W3CDTF">2019-09-19T19:27:01Z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