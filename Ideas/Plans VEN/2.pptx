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D4C8"/>
    <a:srgbClr val="FF81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B1A77B-B317-4484-BBE3-25661C48814F}" v="63" dt="2019-09-20T11:00:56.9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G DM" userId="f8d70f6e8cb32f82" providerId="LiveId" clId="{A4B1A77B-B317-4484-BBE3-25661C48814F}"/>
    <pc:docChg chg="undo custSel addSld modSld">
      <pc:chgData name="VG DM" userId="f8d70f6e8cb32f82" providerId="LiveId" clId="{A4B1A77B-B317-4484-BBE3-25661C48814F}" dt="2019-09-20T15:52:02.616" v="969" actId="20577"/>
      <pc:docMkLst>
        <pc:docMk/>
      </pc:docMkLst>
      <pc:sldChg chg="addSp modSp add">
        <pc:chgData name="VG DM" userId="f8d70f6e8cb32f82" providerId="LiveId" clId="{A4B1A77B-B317-4484-BBE3-25661C48814F}" dt="2019-09-20T10:27:30.117" v="300" actId="1076"/>
        <pc:sldMkLst>
          <pc:docMk/>
          <pc:sldMk cId="3897488282" sldId="256"/>
        </pc:sldMkLst>
        <pc:spChg chg="mod">
          <ac:chgData name="VG DM" userId="f8d70f6e8cb32f82" providerId="LiveId" clId="{A4B1A77B-B317-4484-BBE3-25661C48814F}" dt="2019-09-20T10:21:35.674" v="69"/>
          <ac:spMkLst>
            <pc:docMk/>
            <pc:sldMk cId="3897488282" sldId="256"/>
            <ac:spMk id="2" creationId="{0996C4EC-2675-475C-821C-E78AC77C1076}"/>
          </ac:spMkLst>
        </pc:spChg>
        <pc:spChg chg="mod">
          <ac:chgData name="VG DM" userId="f8d70f6e8cb32f82" providerId="LiveId" clId="{A4B1A77B-B317-4484-BBE3-25661C48814F}" dt="2019-09-20T10:22:40.065" v="73" actId="114"/>
          <ac:spMkLst>
            <pc:docMk/>
            <pc:sldMk cId="3897488282" sldId="256"/>
            <ac:spMk id="3" creationId="{85E98C32-2A12-47FE-A9E5-B219EB1B6B0E}"/>
          </ac:spMkLst>
        </pc:spChg>
        <pc:picChg chg="add mod">
          <ac:chgData name="VG DM" userId="f8d70f6e8cb32f82" providerId="LiveId" clId="{A4B1A77B-B317-4484-BBE3-25661C48814F}" dt="2019-09-20T10:27:30.117" v="300" actId="1076"/>
          <ac:picMkLst>
            <pc:docMk/>
            <pc:sldMk cId="3897488282" sldId="256"/>
            <ac:picMk id="4" creationId="{5C58970F-FCDD-4034-ADA7-EAF1BC150D5F}"/>
          </ac:picMkLst>
        </pc:picChg>
      </pc:sldChg>
      <pc:sldChg chg="addSp delSp modSp add">
        <pc:chgData name="VG DM" userId="f8d70f6e8cb32f82" providerId="LiveId" clId="{A4B1A77B-B317-4484-BBE3-25661C48814F}" dt="2019-09-20T10:32:37.288" v="406" actId="1036"/>
        <pc:sldMkLst>
          <pc:docMk/>
          <pc:sldMk cId="3099685693" sldId="257"/>
        </pc:sldMkLst>
        <pc:spChg chg="del">
          <ac:chgData name="VG DM" userId="f8d70f6e8cb32f82" providerId="LiveId" clId="{A4B1A77B-B317-4484-BBE3-25661C48814F}" dt="2019-09-20T10:23:12.643" v="74" actId="478"/>
          <ac:spMkLst>
            <pc:docMk/>
            <pc:sldMk cId="3099685693" sldId="257"/>
            <ac:spMk id="2" creationId="{D6E27195-9BF2-49A0-8F6C-C4D9F05ADE81}"/>
          </ac:spMkLst>
        </pc:spChg>
        <pc:spChg chg="del">
          <ac:chgData name="VG DM" userId="f8d70f6e8cb32f82" providerId="LiveId" clId="{A4B1A77B-B317-4484-BBE3-25661C48814F}" dt="2019-09-20T10:23:13.427" v="75" actId="478"/>
          <ac:spMkLst>
            <pc:docMk/>
            <pc:sldMk cId="3099685693" sldId="257"/>
            <ac:spMk id="3" creationId="{A445D171-1548-4BE1-80FF-E7E8BA8DB50F}"/>
          </ac:spMkLst>
        </pc:spChg>
        <pc:spChg chg="add mod">
          <ac:chgData name="VG DM" userId="f8d70f6e8cb32f82" providerId="LiveId" clId="{A4B1A77B-B317-4484-BBE3-25661C48814F}" dt="2019-09-20T10:32:37.288" v="406" actId="1036"/>
          <ac:spMkLst>
            <pc:docMk/>
            <pc:sldMk cId="3099685693" sldId="257"/>
            <ac:spMk id="4" creationId="{43ABE44F-EB82-49A1-B891-6BD4CF845475}"/>
          </ac:spMkLst>
        </pc:spChg>
        <pc:spChg chg="add mod">
          <ac:chgData name="VG DM" userId="f8d70f6e8cb32f82" providerId="LiveId" clId="{A4B1A77B-B317-4484-BBE3-25661C48814F}" dt="2019-09-20T10:32:37.288" v="406" actId="1036"/>
          <ac:spMkLst>
            <pc:docMk/>
            <pc:sldMk cId="3099685693" sldId="257"/>
            <ac:spMk id="5" creationId="{64EB4C6D-6F7E-425F-9189-66E80FA49A96}"/>
          </ac:spMkLst>
        </pc:spChg>
        <pc:picChg chg="add mod">
          <ac:chgData name="VG DM" userId="f8d70f6e8cb32f82" providerId="LiveId" clId="{A4B1A77B-B317-4484-BBE3-25661C48814F}" dt="2019-09-20T10:32:30.656" v="388" actId="1076"/>
          <ac:picMkLst>
            <pc:docMk/>
            <pc:sldMk cId="3099685693" sldId="257"/>
            <ac:picMk id="6" creationId="{A176C44E-65BB-4FA5-B535-B879F5678A07}"/>
          </ac:picMkLst>
        </pc:picChg>
        <pc:cxnChg chg="add del mod">
          <ac:chgData name="VG DM" userId="f8d70f6e8cb32f82" providerId="LiveId" clId="{A4B1A77B-B317-4484-BBE3-25661C48814F}" dt="2019-09-20T10:31:27.070" v="367" actId="478"/>
          <ac:cxnSpMkLst>
            <pc:docMk/>
            <pc:sldMk cId="3099685693" sldId="257"/>
            <ac:cxnSpMk id="8" creationId="{FB5211A6-4BE5-4061-8527-F2C2D19C5942}"/>
          </ac:cxnSpMkLst>
        </pc:cxnChg>
        <pc:cxnChg chg="add del mod">
          <ac:chgData name="VG DM" userId="f8d70f6e8cb32f82" providerId="LiveId" clId="{A4B1A77B-B317-4484-BBE3-25661C48814F}" dt="2019-09-20T10:31:27.980" v="368" actId="478"/>
          <ac:cxnSpMkLst>
            <pc:docMk/>
            <pc:sldMk cId="3099685693" sldId="257"/>
            <ac:cxnSpMk id="9" creationId="{8371B12A-E20F-46ED-BA38-5E9A297F93F6}"/>
          </ac:cxnSpMkLst>
        </pc:cxnChg>
      </pc:sldChg>
      <pc:sldChg chg="addSp delSp modSp add setBg">
        <pc:chgData name="VG DM" userId="f8d70f6e8cb32f82" providerId="LiveId" clId="{A4B1A77B-B317-4484-BBE3-25661C48814F}" dt="2019-09-20T10:53:55.057" v="448" actId="1076"/>
        <pc:sldMkLst>
          <pc:docMk/>
          <pc:sldMk cId="3127793355" sldId="258"/>
        </pc:sldMkLst>
        <pc:spChg chg="del">
          <ac:chgData name="VG DM" userId="f8d70f6e8cb32f82" providerId="LiveId" clId="{A4B1A77B-B317-4484-BBE3-25661C48814F}" dt="2019-09-20T10:32:50.354" v="408" actId="478"/>
          <ac:spMkLst>
            <pc:docMk/>
            <pc:sldMk cId="3127793355" sldId="258"/>
            <ac:spMk id="2" creationId="{3F6163C7-D33A-40F1-8620-8F03FBB1E2CA}"/>
          </ac:spMkLst>
        </pc:spChg>
        <pc:spChg chg="del">
          <ac:chgData name="VG DM" userId="f8d70f6e8cb32f82" providerId="LiveId" clId="{A4B1A77B-B317-4484-BBE3-25661C48814F}" dt="2019-09-20T10:32:50.354" v="408" actId="478"/>
          <ac:spMkLst>
            <pc:docMk/>
            <pc:sldMk cId="3127793355" sldId="258"/>
            <ac:spMk id="3" creationId="{6F96B6DE-DEC0-45FD-A3EB-7AC13C843A0C}"/>
          </ac:spMkLst>
        </pc:spChg>
        <pc:spChg chg="add del mod">
          <ac:chgData name="VG DM" userId="f8d70f6e8cb32f82" providerId="LiveId" clId="{A4B1A77B-B317-4484-BBE3-25661C48814F}" dt="2019-09-20T10:33:05.478" v="410" actId="478"/>
          <ac:spMkLst>
            <pc:docMk/>
            <pc:sldMk cId="3127793355" sldId="258"/>
            <ac:spMk id="4" creationId="{8E003B0B-C767-46F8-89F1-3B0CC5E9E47A}"/>
          </ac:spMkLst>
        </pc:spChg>
        <pc:picChg chg="add del mod">
          <ac:chgData name="VG DM" userId="f8d70f6e8cb32f82" providerId="LiveId" clId="{A4B1A77B-B317-4484-BBE3-25661C48814F}" dt="2019-09-20T10:49:17.457" v="414" actId="478"/>
          <ac:picMkLst>
            <pc:docMk/>
            <pc:sldMk cId="3127793355" sldId="258"/>
            <ac:picMk id="5" creationId="{768C9D6E-1270-43B6-B134-ADE54AE90A9E}"/>
          </ac:picMkLst>
        </pc:picChg>
        <pc:picChg chg="add del mod modCrop">
          <ac:chgData name="VG DM" userId="f8d70f6e8cb32f82" providerId="LiveId" clId="{A4B1A77B-B317-4484-BBE3-25661C48814F}" dt="2019-09-20T10:52:44.395" v="442" actId="478"/>
          <ac:picMkLst>
            <pc:docMk/>
            <pc:sldMk cId="3127793355" sldId="258"/>
            <ac:picMk id="7" creationId="{B022B659-37CA-4256-91ED-507FEE45DB05}"/>
          </ac:picMkLst>
        </pc:picChg>
        <pc:picChg chg="add del mod">
          <ac:chgData name="VG DM" userId="f8d70f6e8cb32f82" providerId="LiveId" clId="{A4B1A77B-B317-4484-BBE3-25661C48814F}" dt="2019-09-20T10:53:03.654" v="444" actId="478"/>
          <ac:picMkLst>
            <pc:docMk/>
            <pc:sldMk cId="3127793355" sldId="258"/>
            <ac:picMk id="9" creationId="{F99A38B0-2ED9-4AFE-9E88-2C671DD7733F}"/>
          </ac:picMkLst>
        </pc:picChg>
        <pc:picChg chg="add mod">
          <ac:chgData name="VG DM" userId="f8d70f6e8cb32f82" providerId="LiveId" clId="{A4B1A77B-B317-4484-BBE3-25661C48814F}" dt="2019-09-20T10:53:55.057" v="448" actId="1076"/>
          <ac:picMkLst>
            <pc:docMk/>
            <pc:sldMk cId="3127793355" sldId="258"/>
            <ac:picMk id="11" creationId="{39D2DAF9-FC5C-4F67-A98D-62A75F1D9218}"/>
          </ac:picMkLst>
        </pc:picChg>
      </pc:sldChg>
      <pc:sldChg chg="addSp delSp modSp add">
        <pc:chgData name="VG DM" userId="f8d70f6e8cb32f82" providerId="LiveId" clId="{A4B1A77B-B317-4484-BBE3-25661C48814F}" dt="2019-09-20T15:52:02.616" v="969" actId="20577"/>
        <pc:sldMkLst>
          <pc:docMk/>
          <pc:sldMk cId="972411981" sldId="259"/>
        </pc:sldMkLst>
        <pc:spChg chg="del mod">
          <ac:chgData name="VG DM" userId="f8d70f6e8cb32f82" providerId="LiveId" clId="{A4B1A77B-B317-4484-BBE3-25661C48814F}" dt="2019-09-20T11:00:34.435" v="744" actId="478"/>
          <ac:spMkLst>
            <pc:docMk/>
            <pc:sldMk cId="972411981" sldId="259"/>
            <ac:spMk id="2" creationId="{5C9F8A42-461A-40C2-9B9F-80BE9E580CF3}"/>
          </ac:spMkLst>
        </pc:spChg>
        <pc:spChg chg="mod">
          <ac:chgData name="VG DM" userId="f8d70f6e8cb32f82" providerId="LiveId" clId="{A4B1A77B-B317-4484-BBE3-25661C48814F}" dt="2019-09-20T15:52:02.616" v="969" actId="20577"/>
          <ac:spMkLst>
            <pc:docMk/>
            <pc:sldMk cId="972411981" sldId="259"/>
            <ac:spMk id="3" creationId="{63E20448-6D00-4DF5-8CC0-EA2F7426D46A}"/>
          </ac:spMkLst>
        </pc:spChg>
        <pc:spChg chg="add del mod">
          <ac:chgData name="VG DM" userId="f8d70f6e8cb32f82" providerId="LiveId" clId="{A4B1A77B-B317-4484-BBE3-25661C48814F}" dt="2019-09-20T11:00:37.420" v="745" actId="478"/>
          <ac:spMkLst>
            <pc:docMk/>
            <pc:sldMk cId="972411981" sldId="259"/>
            <ac:spMk id="7" creationId="{3C74248B-19E1-43A7-9D62-885C5DF49210}"/>
          </ac:spMkLst>
        </pc:spChg>
        <pc:picChg chg="add mod">
          <ac:chgData name="VG DM" userId="f8d70f6e8cb32f82" providerId="LiveId" clId="{A4B1A77B-B317-4484-BBE3-25661C48814F}" dt="2019-09-20T10:56:42.673" v="585" actId="1076"/>
          <ac:picMkLst>
            <pc:docMk/>
            <pc:sldMk cId="972411981" sldId="259"/>
            <ac:picMk id="4" creationId="{BE72BF51-7232-4411-B85D-4C81E1BB56F1}"/>
          </ac:picMkLst>
        </pc:picChg>
        <pc:picChg chg="add del">
          <ac:chgData name="VG DM" userId="f8d70f6e8cb32f82" providerId="LiveId" clId="{A4B1A77B-B317-4484-BBE3-25661C48814F}" dt="2019-09-20T10:57:55.523" v="598"/>
          <ac:picMkLst>
            <pc:docMk/>
            <pc:sldMk cId="972411981" sldId="259"/>
            <ac:picMk id="5" creationId="{8EEC2B4B-C756-4227-BFBE-6A9FE233B2A7}"/>
          </ac:picMkLst>
        </pc:picChg>
      </pc:sldChg>
      <pc:sldChg chg="modSp add">
        <pc:chgData name="VG DM" userId="f8d70f6e8cb32f82" providerId="LiveId" clId="{A4B1A77B-B317-4484-BBE3-25661C48814F}" dt="2019-09-20T10:58:25.430" v="653" actId="12"/>
        <pc:sldMkLst>
          <pc:docMk/>
          <pc:sldMk cId="1995480379" sldId="260"/>
        </pc:sldMkLst>
        <pc:spChg chg="mod">
          <ac:chgData name="VG DM" userId="f8d70f6e8cb32f82" providerId="LiveId" clId="{A4B1A77B-B317-4484-BBE3-25661C48814F}" dt="2019-09-20T10:58:09.908" v="631" actId="20577"/>
          <ac:spMkLst>
            <pc:docMk/>
            <pc:sldMk cId="1995480379" sldId="260"/>
            <ac:spMk id="2" creationId="{5C9F8A42-461A-40C2-9B9F-80BE9E580CF3}"/>
          </ac:spMkLst>
        </pc:spChg>
        <pc:spChg chg="mod">
          <ac:chgData name="VG DM" userId="f8d70f6e8cb32f82" providerId="LiveId" clId="{A4B1A77B-B317-4484-BBE3-25661C48814F}" dt="2019-09-20T10:58:25.430" v="653" actId="12"/>
          <ac:spMkLst>
            <pc:docMk/>
            <pc:sldMk cId="1995480379" sldId="260"/>
            <ac:spMk id="3" creationId="{63E20448-6D00-4DF5-8CC0-EA2F7426D46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2B8B6D-956B-49B5-9AD4-5949FA0D4F89}" type="datetimeFigureOut">
              <a:rPr lang="it-IT" smtClean="0"/>
              <a:t>20/09/2019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19C3BE-E363-4AF9-95D7-CE994886FF6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86943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19C3BE-E363-4AF9-95D7-CE994886FF66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018116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59D29-40E2-4DD7-8709-8B98F7E4ABCB}" type="datetimeFigureOut">
              <a:rPr lang="it-IT" smtClean="0"/>
              <a:t>20/09/2019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74BE9-B950-41CB-8E05-5242C2AB61C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17383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59D29-40E2-4DD7-8709-8B98F7E4ABCB}" type="datetimeFigureOut">
              <a:rPr lang="it-IT" smtClean="0"/>
              <a:t>20/09/2019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74BE9-B950-41CB-8E05-5242C2AB61C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75702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59D29-40E2-4DD7-8709-8B98F7E4ABCB}" type="datetimeFigureOut">
              <a:rPr lang="it-IT" smtClean="0"/>
              <a:t>20/09/2019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74BE9-B950-41CB-8E05-5242C2AB61C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31207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59D29-40E2-4DD7-8709-8B98F7E4ABCB}" type="datetimeFigureOut">
              <a:rPr lang="it-IT" smtClean="0"/>
              <a:t>20/09/2019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74BE9-B950-41CB-8E05-5242C2AB61C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06103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59D29-40E2-4DD7-8709-8B98F7E4ABCB}" type="datetimeFigureOut">
              <a:rPr lang="it-IT" smtClean="0"/>
              <a:t>20/09/2019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74BE9-B950-41CB-8E05-5242C2AB61C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50584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59D29-40E2-4DD7-8709-8B98F7E4ABCB}" type="datetimeFigureOut">
              <a:rPr lang="it-IT" smtClean="0"/>
              <a:t>20/09/2019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74BE9-B950-41CB-8E05-5242C2AB61C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72784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59D29-40E2-4DD7-8709-8B98F7E4ABCB}" type="datetimeFigureOut">
              <a:rPr lang="it-IT" smtClean="0"/>
              <a:t>20/09/2019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74BE9-B950-41CB-8E05-5242C2AB61C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0443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59D29-40E2-4DD7-8709-8B98F7E4ABCB}" type="datetimeFigureOut">
              <a:rPr lang="it-IT" smtClean="0"/>
              <a:t>20/09/2019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74BE9-B950-41CB-8E05-5242C2AB61C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45469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59D29-40E2-4DD7-8709-8B98F7E4ABCB}" type="datetimeFigureOut">
              <a:rPr lang="it-IT" smtClean="0"/>
              <a:t>20/09/2019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74BE9-B950-41CB-8E05-5242C2AB61C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41311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59D29-40E2-4DD7-8709-8B98F7E4ABCB}" type="datetimeFigureOut">
              <a:rPr lang="it-IT" smtClean="0"/>
              <a:t>20/09/2019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74BE9-B950-41CB-8E05-5242C2AB61C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11611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59D29-40E2-4DD7-8709-8B98F7E4ABCB}" type="datetimeFigureOut">
              <a:rPr lang="it-IT" smtClean="0"/>
              <a:t>20/09/2019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74BE9-B950-41CB-8E05-5242C2AB61C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23379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59D29-40E2-4DD7-8709-8B98F7E4ABCB}" type="datetimeFigureOut">
              <a:rPr lang="it-IT" smtClean="0"/>
              <a:t>20/09/2019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974BE9-B950-41CB-8E05-5242C2AB61C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5562809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996C4EC-2675-475C-821C-E78AC77C10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b="1" dirty="0"/>
              <a:t>PROGRAMMAZIONE</a:t>
            </a:r>
            <a:br>
              <a:rPr lang="it-IT" b="1" dirty="0"/>
            </a:br>
            <a:r>
              <a:rPr lang="it-IT" b="1" dirty="0"/>
              <a:t>VENERDÌ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85E98C32-2A12-47FE-A9E5-B219EB1B6B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r>
              <a:rPr lang="it-IT" i="1" dirty="0"/>
              <a:t>BEARZI INNOVATION TEAM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5C58970F-FCDD-4034-ADA7-EAF1BC150D5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89" t="5489" r="28789" b="24458"/>
          <a:stretch/>
        </p:blipFill>
        <p:spPr>
          <a:xfrm>
            <a:off x="10768837" y="0"/>
            <a:ext cx="1263730" cy="2086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488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43ABE44F-EB82-49A1-B891-6BD4CF845475}"/>
              </a:ext>
            </a:extLst>
          </p:cNvPr>
          <p:cNvSpPr txBox="1"/>
          <p:nvPr/>
        </p:nvSpPr>
        <p:spPr>
          <a:xfrm>
            <a:off x="6590732" y="2647363"/>
            <a:ext cx="417810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4000" dirty="0">
                <a:solidFill>
                  <a:srgbClr val="FF812A"/>
                </a:solidFill>
              </a:rPr>
              <a:t>day</a:t>
            </a:r>
            <a:r>
              <a:rPr lang="it-IT" sz="4000" dirty="0"/>
              <a:t>: </a:t>
            </a:r>
            <a:r>
              <a:rPr lang="it-IT" sz="7200" b="1" dirty="0">
                <a:solidFill>
                  <a:srgbClr val="04D4C8"/>
                </a:solidFill>
              </a:rPr>
              <a:t>20</a:t>
            </a:r>
          </a:p>
          <a:p>
            <a:pPr algn="r"/>
            <a:r>
              <a:rPr lang="it-IT" sz="4000" dirty="0" err="1">
                <a:solidFill>
                  <a:srgbClr val="FF812A"/>
                </a:solidFill>
              </a:rPr>
              <a:t>month</a:t>
            </a:r>
            <a:r>
              <a:rPr lang="it-IT" sz="4000" dirty="0"/>
              <a:t>: </a:t>
            </a:r>
            <a:r>
              <a:rPr lang="it-IT" sz="7200" b="1" dirty="0">
                <a:solidFill>
                  <a:srgbClr val="04D4C8"/>
                </a:solidFill>
              </a:rPr>
              <a:t>SET</a:t>
            </a:r>
          </a:p>
          <a:p>
            <a:pPr lvl="0" algn="r"/>
            <a:r>
              <a:rPr lang="it-IT" sz="4000" dirty="0" err="1">
                <a:solidFill>
                  <a:srgbClr val="FF812A"/>
                </a:solidFill>
              </a:rPr>
              <a:t>year</a:t>
            </a:r>
            <a:r>
              <a:rPr lang="it-IT" sz="4000" dirty="0">
                <a:solidFill>
                  <a:prstClr val="white"/>
                </a:solidFill>
              </a:rPr>
              <a:t>: </a:t>
            </a:r>
            <a:r>
              <a:rPr lang="it-IT" sz="7200" b="1" dirty="0">
                <a:solidFill>
                  <a:srgbClr val="04D4C8"/>
                </a:solidFill>
              </a:rPr>
              <a:t>2019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64EB4C6D-6F7E-425F-9189-66E80FA49A96}"/>
              </a:ext>
            </a:extLst>
          </p:cNvPr>
          <p:cNvSpPr txBox="1"/>
          <p:nvPr/>
        </p:nvSpPr>
        <p:spPr>
          <a:xfrm>
            <a:off x="900331" y="968172"/>
            <a:ext cx="4178105" cy="58118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6000" dirty="0">
                <a:solidFill>
                  <a:srgbClr val="FF812A"/>
                </a:solidFill>
              </a:rPr>
              <a:t>FRIDAY OF WEEK</a:t>
            </a:r>
          </a:p>
          <a:p>
            <a:pPr algn="r">
              <a:lnSpc>
                <a:spcPts val="30200"/>
              </a:lnSpc>
            </a:pPr>
            <a:r>
              <a:rPr lang="it-IT" sz="31500" b="1" dirty="0">
                <a:solidFill>
                  <a:srgbClr val="04D4C8"/>
                </a:solidFill>
              </a:rPr>
              <a:t>2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A176C44E-65BB-4FA5-B535-B879F5678A0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89" t="5489" r="28789" b="24458"/>
          <a:stretch/>
        </p:blipFill>
        <p:spPr>
          <a:xfrm>
            <a:off x="10659804" y="193300"/>
            <a:ext cx="1263730" cy="2086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685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magine 10">
            <a:extLst>
              <a:ext uri="{FF2B5EF4-FFF2-40B4-BE49-F238E27FC236}">
                <a16:creationId xmlns:a16="http://schemas.microsoft.com/office/drawing/2014/main" id="{39D2DAF9-FC5C-4F67-A98D-62A75F1D92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542" y="1111870"/>
            <a:ext cx="11778916" cy="4634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793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3E20448-6D00-4DF5-8CC0-EA2F7426D4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28129" y="154746"/>
            <a:ext cx="9521442" cy="6703254"/>
          </a:xfrm>
        </p:spPr>
        <p:txBody>
          <a:bodyPr>
            <a:normAutofit fontScale="55000" lnSpcReduction="20000"/>
          </a:bodyPr>
          <a:lstStyle/>
          <a:p>
            <a:pPr lvl="0">
              <a:lnSpc>
                <a:spcPct val="120000"/>
              </a:lnSpc>
            </a:pPr>
            <a:r>
              <a:rPr lang="it-IT" b="1" dirty="0">
                <a:solidFill>
                  <a:srgbClr val="04D4C8"/>
                </a:solidFill>
              </a:rPr>
              <a:t>Web</a:t>
            </a:r>
            <a:r>
              <a:rPr lang="it-IT" b="1" dirty="0"/>
              <a:t>: </a:t>
            </a:r>
            <a:r>
              <a:rPr lang="it-IT" dirty="0"/>
              <a:t>creazione del </a:t>
            </a:r>
            <a:r>
              <a:rPr lang="it-IT" dirty="0" err="1"/>
              <a:t>Databuffer</a:t>
            </a:r>
            <a:r>
              <a:rPr lang="it-IT" dirty="0"/>
              <a:t> 	</a:t>
            </a:r>
            <a:br>
              <a:rPr lang="it-IT" dirty="0"/>
            </a:br>
            <a:r>
              <a:rPr lang="it-IT" dirty="0"/>
              <a:t>[quello schiavo di Michele]</a:t>
            </a:r>
          </a:p>
          <a:p>
            <a:pPr lvl="0">
              <a:lnSpc>
                <a:spcPct val="120000"/>
              </a:lnSpc>
            </a:pPr>
            <a:r>
              <a:rPr lang="it-IT" b="1" dirty="0">
                <a:solidFill>
                  <a:srgbClr val="04D4C8"/>
                </a:solidFill>
              </a:rPr>
              <a:t>Tetto</a:t>
            </a:r>
            <a:r>
              <a:rPr lang="it-IT" b="1" dirty="0"/>
              <a:t> </a:t>
            </a:r>
            <a:r>
              <a:rPr lang="it-IT" b="1" dirty="0">
                <a:solidFill>
                  <a:srgbClr val="04D4C8"/>
                </a:solidFill>
              </a:rPr>
              <a:t>spiovente</a:t>
            </a:r>
            <a:r>
              <a:rPr lang="it-IT" b="1" dirty="0"/>
              <a:t>: </a:t>
            </a:r>
            <a:r>
              <a:rPr lang="it-IT" dirty="0"/>
              <a:t>Costruire il tetto </a:t>
            </a:r>
            <a:r>
              <a:rPr lang="it-IT" dirty="0">
                <a:sym typeface="Wingdings" panose="05000000000000000000" pitchFamily="2" charset="2"/>
              </a:rPr>
              <a:t></a:t>
            </a:r>
            <a:r>
              <a:rPr lang="it-IT" dirty="0"/>
              <a:t> recuperare il mantovano</a:t>
            </a:r>
            <a:br>
              <a:rPr lang="it-IT" dirty="0"/>
            </a:br>
            <a:r>
              <a:rPr lang="it-IT" dirty="0"/>
              <a:t>[Chi fa il task] Tammaro e Marco e Jonathan</a:t>
            </a:r>
          </a:p>
          <a:p>
            <a:pPr>
              <a:lnSpc>
                <a:spcPct val="120000"/>
              </a:lnSpc>
            </a:pPr>
            <a:r>
              <a:rPr lang="it-IT" b="1" dirty="0">
                <a:solidFill>
                  <a:srgbClr val="04D4C8"/>
                </a:solidFill>
              </a:rPr>
              <a:t>Ventilazione</a:t>
            </a:r>
            <a:r>
              <a:rPr lang="it-IT" b="1" dirty="0"/>
              <a:t>: </a:t>
            </a:r>
            <a:br>
              <a:rPr lang="it-IT" b="1" dirty="0"/>
            </a:br>
            <a:r>
              <a:rPr lang="it-IT" dirty="0"/>
              <a:t>[Chi fa il task] </a:t>
            </a:r>
            <a:r>
              <a:rPr lang="it-IT" dirty="0" err="1"/>
              <a:t>Ligu</a:t>
            </a:r>
            <a:r>
              <a:rPr lang="it-IT" dirty="0"/>
              <a:t> e Paravano ed Fabio</a:t>
            </a:r>
          </a:p>
          <a:p>
            <a:pPr lvl="1">
              <a:lnSpc>
                <a:spcPct val="120000"/>
              </a:lnSpc>
            </a:pPr>
            <a:r>
              <a:rPr lang="it-IT" dirty="0"/>
              <a:t>DONE Progettare il flusso d’aria</a:t>
            </a:r>
          </a:p>
          <a:p>
            <a:pPr lvl="1">
              <a:lnSpc>
                <a:spcPct val="120000"/>
              </a:lnSpc>
            </a:pPr>
            <a:r>
              <a:rPr lang="it-IT" dirty="0"/>
              <a:t>DONE posizionare la ventola (progetto su carta) </a:t>
            </a:r>
          </a:p>
          <a:p>
            <a:pPr lvl="1">
              <a:lnSpc>
                <a:spcPct val="120000"/>
              </a:lnSpc>
            </a:pPr>
            <a:r>
              <a:rPr lang="it-IT" dirty="0"/>
              <a:t>DONE bucare il tetto per permettere la ventilazione</a:t>
            </a:r>
          </a:p>
          <a:p>
            <a:pPr>
              <a:lnSpc>
                <a:spcPct val="120000"/>
              </a:lnSpc>
            </a:pPr>
            <a:r>
              <a:rPr lang="it-IT" b="1" dirty="0">
                <a:solidFill>
                  <a:srgbClr val="04D4C8"/>
                </a:solidFill>
              </a:rPr>
              <a:t>Cablaggio</a:t>
            </a:r>
            <a:r>
              <a:rPr lang="it-IT" b="1" dirty="0"/>
              <a:t>:</a:t>
            </a:r>
            <a:r>
              <a:rPr lang="it-IT" dirty="0"/>
              <a:t> [WAIT] Posizionamento della ventola</a:t>
            </a:r>
            <a:br>
              <a:rPr lang="it-IT" dirty="0"/>
            </a:br>
            <a:r>
              <a:rPr lang="it-IT" dirty="0"/>
              <a:t>[Chi fa il task]</a:t>
            </a:r>
          </a:p>
          <a:p>
            <a:pPr>
              <a:lnSpc>
                <a:spcPct val="120000"/>
              </a:lnSpc>
            </a:pPr>
            <a:r>
              <a:rPr lang="it-IT" b="1" dirty="0">
                <a:solidFill>
                  <a:srgbClr val="04D4C8"/>
                </a:solidFill>
              </a:rPr>
              <a:t>Posizione</a:t>
            </a:r>
            <a:r>
              <a:rPr lang="it-IT" b="1" dirty="0"/>
              <a:t> </a:t>
            </a:r>
            <a:r>
              <a:rPr lang="it-IT" b="1" dirty="0">
                <a:solidFill>
                  <a:srgbClr val="04D4C8"/>
                </a:solidFill>
              </a:rPr>
              <a:t>Arduino</a:t>
            </a:r>
            <a:r>
              <a:rPr lang="it-IT" b="1" dirty="0"/>
              <a:t>:</a:t>
            </a:r>
            <a:br>
              <a:rPr lang="it-IT" b="1" dirty="0"/>
            </a:br>
            <a:r>
              <a:rPr lang="it-IT" dirty="0"/>
              <a:t>[Chi fa il task] </a:t>
            </a:r>
            <a:r>
              <a:rPr lang="it-IT" dirty="0" err="1"/>
              <a:t>Quai</a:t>
            </a:r>
            <a:r>
              <a:rPr lang="it-IT" dirty="0"/>
              <a:t>, Silvia</a:t>
            </a:r>
          </a:p>
          <a:p>
            <a:pPr lvl="1">
              <a:lnSpc>
                <a:spcPct val="120000"/>
              </a:lnSpc>
            </a:pPr>
            <a:r>
              <a:rPr lang="it-IT" dirty="0"/>
              <a:t>Progettare il pezzo per la stampante 3D</a:t>
            </a:r>
          </a:p>
          <a:p>
            <a:pPr lvl="1">
              <a:lnSpc>
                <a:spcPct val="120000"/>
              </a:lnSpc>
            </a:pPr>
            <a:r>
              <a:rPr lang="it-IT" dirty="0"/>
              <a:t>Stampare il pezzo</a:t>
            </a:r>
          </a:p>
          <a:p>
            <a:pPr lvl="1">
              <a:lnSpc>
                <a:spcPct val="120000"/>
              </a:lnSpc>
            </a:pPr>
            <a:r>
              <a:rPr lang="it-IT" dirty="0"/>
              <a:t>Montare il pezzo</a:t>
            </a:r>
          </a:p>
          <a:p>
            <a:pPr lvl="0">
              <a:lnSpc>
                <a:spcPct val="120000"/>
              </a:lnSpc>
            </a:pPr>
            <a:r>
              <a:rPr lang="it-IT" b="1" dirty="0">
                <a:solidFill>
                  <a:srgbClr val="04D4C8"/>
                </a:solidFill>
              </a:rPr>
              <a:t>Sensori</a:t>
            </a:r>
            <a:r>
              <a:rPr lang="it-IT" b="1" dirty="0"/>
              <a:t>:</a:t>
            </a:r>
            <a:br>
              <a:rPr lang="it-IT" b="1" dirty="0"/>
            </a:br>
            <a:r>
              <a:rPr lang="it-IT" dirty="0"/>
              <a:t>[Chi fa il task]  Tommy, Dopo Jonathan,</a:t>
            </a:r>
          </a:p>
          <a:p>
            <a:pPr lvl="1">
              <a:lnSpc>
                <a:spcPct val="120000"/>
              </a:lnSpc>
            </a:pPr>
            <a:r>
              <a:rPr lang="it-IT" dirty="0"/>
              <a:t>DONE Progettare il posizionamento di sensori</a:t>
            </a:r>
          </a:p>
          <a:p>
            <a:pPr lvl="1">
              <a:lnSpc>
                <a:spcPct val="120000"/>
              </a:lnSpc>
            </a:pPr>
            <a:r>
              <a:rPr lang="it-IT" dirty="0"/>
              <a:t>Progettare l’eventuale pezzo 3D per il posizionamento dei sensori</a:t>
            </a:r>
          </a:p>
          <a:p>
            <a:pPr marL="457200" lvl="1" indent="0">
              <a:lnSpc>
                <a:spcPct val="120000"/>
              </a:lnSpc>
              <a:buNone/>
            </a:pPr>
            <a:endParaRPr lang="it-IT" dirty="0"/>
          </a:p>
          <a:p>
            <a:pPr lvl="0">
              <a:lnSpc>
                <a:spcPct val="120000"/>
              </a:lnSpc>
            </a:pPr>
            <a:r>
              <a:rPr lang="it-IT" b="1" dirty="0">
                <a:solidFill>
                  <a:srgbClr val="04D4C8"/>
                </a:solidFill>
              </a:rPr>
              <a:t>Robot</a:t>
            </a:r>
            <a:r>
              <a:rPr lang="it-IT" b="1" dirty="0"/>
              <a:t> </a:t>
            </a:r>
            <a:r>
              <a:rPr lang="it-IT" b="1" dirty="0" err="1">
                <a:solidFill>
                  <a:srgbClr val="04D4C8"/>
                </a:solidFill>
              </a:rPr>
              <a:t>multipurpose</a:t>
            </a:r>
            <a:r>
              <a:rPr lang="it-IT" b="1" dirty="0"/>
              <a:t>: </a:t>
            </a:r>
            <a:r>
              <a:rPr lang="it-IT" dirty="0"/>
              <a:t>Costruzione del sistema di irrigazione di base</a:t>
            </a:r>
            <a:br>
              <a:rPr lang="it-IT" dirty="0"/>
            </a:br>
            <a:r>
              <a:rPr lang="it-IT" dirty="0"/>
              <a:t>[Chi fa il task]0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BE72BF51-7232-4411-B85D-4C81E1BB56F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89" t="5489" r="28789" b="24458"/>
          <a:stretch/>
        </p:blipFill>
        <p:spPr>
          <a:xfrm>
            <a:off x="242429" y="1624262"/>
            <a:ext cx="2185699" cy="360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411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C9F8A42-461A-40C2-9B9F-80BE9E580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93654"/>
          </a:xfrm>
        </p:spPr>
        <p:txBody>
          <a:bodyPr>
            <a:normAutofit fontScale="90000"/>
          </a:bodyPr>
          <a:lstStyle/>
          <a:p>
            <a:r>
              <a:rPr lang="it-IT" b="1" dirty="0"/>
              <a:t>CHI SI OCCUPA DEL TASK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3E20448-6D00-4DF5-8CC0-EA2F7426D4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4916" y="1215188"/>
            <a:ext cx="8718884" cy="5058027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BE72BF51-7232-4411-B85D-4C81E1BB56F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89" t="5489" r="28789" b="24458"/>
          <a:stretch/>
        </p:blipFill>
        <p:spPr>
          <a:xfrm>
            <a:off x="242429" y="1624262"/>
            <a:ext cx="2185699" cy="360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4803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ma di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Ubuntu">
      <a:majorFont>
        <a:latin typeface="Ubuntu Light"/>
        <a:ea typeface=""/>
        <a:cs typeface=""/>
      </a:majorFont>
      <a:minorFont>
        <a:latin typeface="Ubuntu"/>
        <a:ea typeface=""/>
        <a:cs typeface=""/>
      </a:minorFont>
    </a:fontScheme>
    <a:fmtScheme name="Tema di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3E4F19A7-A959-40BB-972C-4880BAF8EB09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1140</TotalTime>
  <Words>28</Words>
  <Application>Microsoft Office PowerPoint</Application>
  <PresentationFormat>Widescreen</PresentationFormat>
  <Paragraphs>25</Paragraphs>
  <Slides>5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5</vt:i4>
      </vt:variant>
    </vt:vector>
  </HeadingPairs>
  <TitlesOfParts>
    <vt:vector size="10" baseType="lpstr">
      <vt:lpstr>Arial</vt:lpstr>
      <vt:lpstr>Calibri</vt:lpstr>
      <vt:lpstr>Ubuntu</vt:lpstr>
      <vt:lpstr>Ubuntu Light</vt:lpstr>
      <vt:lpstr>Office Theme</vt:lpstr>
      <vt:lpstr>PROGRAMMAZIONE VENERDÌ</vt:lpstr>
      <vt:lpstr>Presentazione standard di PowerPoint</vt:lpstr>
      <vt:lpstr>Presentazione standard di PowerPoint</vt:lpstr>
      <vt:lpstr>Presentazione standard di PowerPoint</vt:lpstr>
      <vt:lpstr>CHI SI OCCUPA DEL 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PROGRAMMAZIONE VENERDÌ</dc:title>
  <dc:creator>VG DM</dc:creator>
  <cp:lastModifiedBy>VG DM</cp:lastModifiedBy>
  <cp:revision>4</cp:revision>
  <dcterms:created xsi:type="dcterms:W3CDTF">2019-09-20T10:10:04Z</dcterms:created>
  <dcterms:modified xsi:type="dcterms:W3CDTF">2019-09-21T06:16:44Z</dcterms:modified>
</cp:coreProperties>
</file>